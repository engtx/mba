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67" r:id="rId2"/>
  </p:sldMasterIdLst>
  <p:notesMasterIdLst>
    <p:notesMasterId r:id="rId10"/>
  </p:notesMasterIdLst>
  <p:sldIdLst>
    <p:sldId id="491" r:id="rId3"/>
    <p:sldId id="502" r:id="rId4"/>
    <p:sldId id="492" r:id="rId5"/>
    <p:sldId id="493" r:id="rId6"/>
    <p:sldId id="501" r:id="rId7"/>
    <p:sldId id="2088198107" r:id="rId8"/>
    <p:sldId id="2088198108"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4D2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6CEA62-8D09-4891-B9E7-FF46DD34DA06}" v="7" dt="2026-08-27T03:46:28.9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47" autoAdjust="0"/>
    <p:restoredTop sz="71447" autoAdjust="0"/>
  </p:normalViewPr>
  <p:slideViewPr>
    <p:cSldViewPr snapToGrid="0">
      <p:cViewPr varScale="1">
        <p:scale>
          <a:sx n="87" d="100"/>
          <a:sy n="87" d="100"/>
        </p:scale>
        <p:origin x="4099" y="293"/>
      </p:cViewPr>
      <p:guideLst>
        <p:guide orient="horz" pos="2160"/>
        <p:guide pos="3840"/>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2.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h Peterson" userId="2f0c7ad8fcbba8e1" providerId="LiveId" clId="{B158E36D-E8E3-4E88-86C0-71CD988363E7}"/>
    <pc:docChg chg="custSel addSld delSld modSld delMainMaster">
      <pc:chgData name="Josh Peterson" userId="2f0c7ad8fcbba8e1" providerId="LiveId" clId="{B158E36D-E8E3-4E88-86C0-71CD988363E7}" dt="2026-08-27T03:46:59.142" v="192" actId="1035"/>
      <pc:docMkLst>
        <pc:docMk/>
      </pc:docMkLst>
      <pc:sldChg chg="del">
        <pc:chgData name="Josh Peterson" userId="2f0c7ad8fcbba8e1" providerId="LiveId" clId="{B158E36D-E8E3-4E88-86C0-71CD988363E7}" dt="2026-08-27T03:37:25.814" v="3" actId="47"/>
        <pc:sldMkLst>
          <pc:docMk/>
          <pc:sldMk cId="1285670949" sldId="379"/>
        </pc:sldMkLst>
      </pc:sldChg>
      <pc:sldChg chg="addSp delSp modSp del mod">
        <pc:chgData name="Josh Peterson" userId="2f0c7ad8fcbba8e1" providerId="LiveId" clId="{B158E36D-E8E3-4E88-86C0-71CD988363E7}" dt="2026-08-27T03:37:25.814" v="3" actId="47"/>
        <pc:sldMkLst>
          <pc:docMk/>
          <pc:sldMk cId="212588616" sldId="381"/>
        </pc:sldMkLst>
      </pc:sldChg>
      <pc:sldChg chg="modSp add del mod">
        <pc:chgData name="Josh Peterson" userId="2f0c7ad8fcbba8e1" providerId="LiveId" clId="{B158E36D-E8E3-4E88-86C0-71CD988363E7}" dt="2026-08-27T03:46:59.142" v="192" actId="1035"/>
        <pc:sldMkLst>
          <pc:docMk/>
          <pc:sldMk cId="323035411" sldId="491"/>
        </pc:sldMkLst>
        <pc:spChg chg="mod">
          <ac:chgData name="Josh Peterson" userId="2f0c7ad8fcbba8e1" providerId="LiveId" clId="{B158E36D-E8E3-4E88-86C0-71CD988363E7}" dt="2026-08-27T03:46:59.142" v="192" actId="1035"/>
          <ac:spMkLst>
            <pc:docMk/>
            <pc:sldMk cId="323035411" sldId="491"/>
            <ac:spMk id="3" creationId="{ADDCF111-9D3D-456A-8EA0-07182249C513}"/>
          </ac:spMkLst>
        </pc:spChg>
      </pc:sldChg>
      <pc:sldChg chg="add del">
        <pc:chgData name="Josh Peterson" userId="2f0c7ad8fcbba8e1" providerId="LiveId" clId="{B158E36D-E8E3-4E88-86C0-71CD988363E7}" dt="2026-08-27T03:38:11.886" v="10"/>
        <pc:sldMkLst>
          <pc:docMk/>
          <pc:sldMk cId="4196645517" sldId="492"/>
        </pc:sldMkLst>
      </pc:sldChg>
      <pc:sldChg chg="add del">
        <pc:chgData name="Josh Peterson" userId="2f0c7ad8fcbba8e1" providerId="LiveId" clId="{B158E36D-E8E3-4E88-86C0-71CD988363E7}" dt="2026-08-27T03:38:11.886" v="10"/>
        <pc:sldMkLst>
          <pc:docMk/>
          <pc:sldMk cId="3540148430" sldId="493"/>
        </pc:sldMkLst>
      </pc:sldChg>
      <pc:sldChg chg="add del">
        <pc:chgData name="Josh Peterson" userId="2f0c7ad8fcbba8e1" providerId="LiveId" clId="{B158E36D-E8E3-4E88-86C0-71CD988363E7}" dt="2026-08-27T03:38:11.886" v="10"/>
        <pc:sldMkLst>
          <pc:docMk/>
          <pc:sldMk cId="4199351705" sldId="501"/>
        </pc:sldMkLst>
      </pc:sldChg>
      <pc:sldChg chg="add del">
        <pc:chgData name="Josh Peterson" userId="2f0c7ad8fcbba8e1" providerId="LiveId" clId="{B158E36D-E8E3-4E88-86C0-71CD988363E7}" dt="2026-08-27T03:38:11.886" v="10"/>
        <pc:sldMkLst>
          <pc:docMk/>
          <pc:sldMk cId="899547087" sldId="502"/>
        </pc:sldMkLst>
      </pc:sldChg>
      <pc:sldChg chg="add del">
        <pc:chgData name="Josh Peterson" userId="2f0c7ad8fcbba8e1" providerId="LiveId" clId="{B158E36D-E8E3-4E88-86C0-71CD988363E7}" dt="2026-08-27T03:38:11.886" v="10"/>
        <pc:sldMkLst>
          <pc:docMk/>
          <pc:sldMk cId="1107030280" sldId="2088198107"/>
        </pc:sldMkLst>
      </pc:sldChg>
      <pc:sldChg chg="add del">
        <pc:chgData name="Josh Peterson" userId="2f0c7ad8fcbba8e1" providerId="LiveId" clId="{B158E36D-E8E3-4E88-86C0-71CD988363E7}" dt="2026-08-27T03:38:11.886" v="10"/>
        <pc:sldMkLst>
          <pc:docMk/>
          <pc:sldMk cId="1233806995" sldId="2088198108"/>
        </pc:sldMkLst>
      </pc:sldChg>
      <pc:sldMasterChg chg="delSldLayout">
        <pc:chgData name="Josh Peterson" userId="2f0c7ad8fcbba8e1" providerId="LiveId" clId="{B158E36D-E8E3-4E88-86C0-71CD988363E7}" dt="2026-08-27T03:37:25.814" v="3" actId="47"/>
        <pc:sldMasterMkLst>
          <pc:docMk/>
          <pc:sldMasterMk cId="1509268682" sldId="2147483650"/>
        </pc:sldMasterMkLst>
        <pc:sldLayoutChg chg="del">
          <pc:chgData name="Josh Peterson" userId="2f0c7ad8fcbba8e1" providerId="LiveId" clId="{B158E36D-E8E3-4E88-86C0-71CD988363E7}" dt="2026-08-27T03:37:25.814" v="3" actId="47"/>
          <pc:sldLayoutMkLst>
            <pc:docMk/>
            <pc:sldMasterMk cId="1509268682" sldId="2147483650"/>
            <pc:sldLayoutMk cId="1679953775" sldId="2147483669"/>
          </pc:sldLayoutMkLst>
        </pc:sldLayoutChg>
      </pc:sldMasterChg>
      <pc:sldMasterChg chg="del delSldLayout">
        <pc:chgData name="Josh Peterson" userId="2f0c7ad8fcbba8e1" providerId="LiveId" clId="{B158E36D-E8E3-4E88-86C0-71CD988363E7}" dt="2026-08-27T03:37:25.814" v="3" actId="47"/>
        <pc:sldMasterMkLst>
          <pc:docMk/>
          <pc:sldMasterMk cId="537669018" sldId="2147483671"/>
        </pc:sldMasterMkLst>
        <pc:sldLayoutChg chg="del">
          <pc:chgData name="Josh Peterson" userId="2f0c7ad8fcbba8e1" providerId="LiveId" clId="{B158E36D-E8E3-4E88-86C0-71CD988363E7}" dt="2026-08-27T03:37:25.814" v="3" actId="47"/>
          <pc:sldLayoutMkLst>
            <pc:docMk/>
            <pc:sldMasterMk cId="537669018" sldId="2147483671"/>
            <pc:sldLayoutMk cId="2574253286" sldId="2147483672"/>
          </pc:sldLayoutMkLst>
        </pc:sldLayoutChg>
        <pc:sldLayoutChg chg="del">
          <pc:chgData name="Josh Peterson" userId="2f0c7ad8fcbba8e1" providerId="LiveId" clId="{B158E36D-E8E3-4E88-86C0-71CD988363E7}" dt="2026-08-27T03:37:25.814" v="3" actId="47"/>
          <pc:sldLayoutMkLst>
            <pc:docMk/>
            <pc:sldMasterMk cId="537669018" sldId="2147483671"/>
            <pc:sldLayoutMk cId="2193388681" sldId="2147483673"/>
          </pc:sldLayoutMkLst>
        </pc:sldLayoutChg>
        <pc:sldLayoutChg chg="del">
          <pc:chgData name="Josh Peterson" userId="2f0c7ad8fcbba8e1" providerId="LiveId" clId="{B158E36D-E8E3-4E88-86C0-71CD988363E7}" dt="2026-08-27T03:37:25.814" v="3" actId="47"/>
          <pc:sldLayoutMkLst>
            <pc:docMk/>
            <pc:sldMasterMk cId="537669018" sldId="2147483671"/>
            <pc:sldLayoutMk cId="216578247" sldId="2147483674"/>
          </pc:sldLayoutMkLst>
        </pc:sldLayoutChg>
        <pc:sldLayoutChg chg="del">
          <pc:chgData name="Josh Peterson" userId="2f0c7ad8fcbba8e1" providerId="LiveId" clId="{B158E36D-E8E3-4E88-86C0-71CD988363E7}" dt="2026-08-27T03:37:25.814" v="3" actId="47"/>
          <pc:sldLayoutMkLst>
            <pc:docMk/>
            <pc:sldMasterMk cId="537669018" sldId="2147483671"/>
            <pc:sldLayoutMk cId="3699681839" sldId="2147483675"/>
          </pc:sldLayoutMkLst>
        </pc:sldLayoutChg>
        <pc:sldLayoutChg chg="del">
          <pc:chgData name="Josh Peterson" userId="2f0c7ad8fcbba8e1" providerId="LiveId" clId="{B158E36D-E8E3-4E88-86C0-71CD988363E7}" dt="2026-08-27T03:37:25.814" v="3" actId="47"/>
          <pc:sldLayoutMkLst>
            <pc:docMk/>
            <pc:sldMasterMk cId="537669018" sldId="2147483671"/>
            <pc:sldLayoutMk cId="1190750421" sldId="2147483676"/>
          </pc:sldLayoutMkLst>
        </pc:sldLayoutChg>
        <pc:sldLayoutChg chg="del">
          <pc:chgData name="Josh Peterson" userId="2f0c7ad8fcbba8e1" providerId="LiveId" clId="{B158E36D-E8E3-4E88-86C0-71CD988363E7}" dt="2026-08-27T03:37:25.814" v="3" actId="47"/>
          <pc:sldLayoutMkLst>
            <pc:docMk/>
            <pc:sldMasterMk cId="537669018" sldId="2147483671"/>
            <pc:sldLayoutMk cId="3294216980" sldId="2147483677"/>
          </pc:sldLayoutMkLst>
        </pc:sldLayoutChg>
        <pc:sldLayoutChg chg="del">
          <pc:chgData name="Josh Peterson" userId="2f0c7ad8fcbba8e1" providerId="LiveId" clId="{B158E36D-E8E3-4E88-86C0-71CD988363E7}" dt="2026-08-27T03:37:25.814" v="3" actId="47"/>
          <pc:sldLayoutMkLst>
            <pc:docMk/>
            <pc:sldMasterMk cId="537669018" sldId="2147483671"/>
            <pc:sldLayoutMk cId="1630499004" sldId="2147483678"/>
          </pc:sldLayoutMkLst>
        </pc:sldLayoutChg>
        <pc:sldLayoutChg chg="del">
          <pc:chgData name="Josh Peterson" userId="2f0c7ad8fcbba8e1" providerId="LiveId" clId="{B158E36D-E8E3-4E88-86C0-71CD988363E7}" dt="2026-08-27T03:37:25.814" v="3" actId="47"/>
          <pc:sldLayoutMkLst>
            <pc:docMk/>
            <pc:sldMasterMk cId="537669018" sldId="2147483671"/>
            <pc:sldLayoutMk cId="3065771531" sldId="2147483679"/>
          </pc:sldLayoutMkLst>
        </pc:sldLayoutChg>
        <pc:sldLayoutChg chg="del">
          <pc:chgData name="Josh Peterson" userId="2f0c7ad8fcbba8e1" providerId="LiveId" clId="{B158E36D-E8E3-4E88-86C0-71CD988363E7}" dt="2026-08-27T03:37:25.814" v="3" actId="47"/>
          <pc:sldLayoutMkLst>
            <pc:docMk/>
            <pc:sldMasterMk cId="537669018" sldId="2147483671"/>
            <pc:sldLayoutMk cId="525291709" sldId="2147483680"/>
          </pc:sldLayoutMkLst>
        </pc:sldLayoutChg>
        <pc:sldLayoutChg chg="del">
          <pc:chgData name="Josh Peterson" userId="2f0c7ad8fcbba8e1" providerId="LiveId" clId="{B158E36D-E8E3-4E88-86C0-71CD988363E7}" dt="2026-08-27T03:37:25.814" v="3" actId="47"/>
          <pc:sldLayoutMkLst>
            <pc:docMk/>
            <pc:sldMasterMk cId="537669018" sldId="2147483671"/>
            <pc:sldLayoutMk cId="2014412736" sldId="2147483681"/>
          </pc:sldLayoutMkLst>
        </pc:sldLayoutChg>
        <pc:sldLayoutChg chg="del">
          <pc:chgData name="Josh Peterson" userId="2f0c7ad8fcbba8e1" providerId="LiveId" clId="{B158E36D-E8E3-4E88-86C0-71CD988363E7}" dt="2026-08-27T03:37:25.814" v="3" actId="47"/>
          <pc:sldLayoutMkLst>
            <pc:docMk/>
            <pc:sldMasterMk cId="537669018" sldId="2147483671"/>
            <pc:sldLayoutMk cId="2569777711" sldId="2147483682"/>
          </pc:sldLayoutMkLst>
        </pc:sldLayoutChg>
        <pc:sldLayoutChg chg="del">
          <pc:chgData name="Josh Peterson" userId="2f0c7ad8fcbba8e1" providerId="LiveId" clId="{B158E36D-E8E3-4E88-86C0-71CD988363E7}" dt="2026-08-27T03:37:25.814" v="3" actId="47"/>
          <pc:sldLayoutMkLst>
            <pc:docMk/>
            <pc:sldMasterMk cId="537669018" sldId="2147483671"/>
            <pc:sldLayoutMk cId="440312546" sldId="2147483683"/>
          </pc:sldLayoutMkLst>
        </pc:sldLayoutChg>
        <pc:sldLayoutChg chg="del">
          <pc:chgData name="Josh Peterson" userId="2f0c7ad8fcbba8e1" providerId="LiveId" clId="{B158E36D-E8E3-4E88-86C0-71CD988363E7}" dt="2026-08-27T03:37:25.814" v="3" actId="47"/>
          <pc:sldLayoutMkLst>
            <pc:docMk/>
            <pc:sldMasterMk cId="537669018" sldId="2147483671"/>
            <pc:sldLayoutMk cId="2347146109" sldId="2147483684"/>
          </pc:sldLayoutMkLst>
        </pc:sldLayoutChg>
        <pc:sldLayoutChg chg="del">
          <pc:chgData name="Josh Peterson" userId="2f0c7ad8fcbba8e1" providerId="LiveId" clId="{B158E36D-E8E3-4E88-86C0-71CD988363E7}" dt="2026-08-27T03:37:25.814" v="3" actId="47"/>
          <pc:sldLayoutMkLst>
            <pc:docMk/>
            <pc:sldMasterMk cId="537669018" sldId="2147483671"/>
            <pc:sldLayoutMk cId="4073743602" sldId="2147483685"/>
          </pc:sldLayoutMkLst>
        </pc:sldLayoutChg>
        <pc:sldLayoutChg chg="del">
          <pc:chgData name="Josh Peterson" userId="2f0c7ad8fcbba8e1" providerId="LiveId" clId="{B158E36D-E8E3-4E88-86C0-71CD988363E7}" dt="2026-08-27T03:37:25.814" v="3" actId="47"/>
          <pc:sldLayoutMkLst>
            <pc:docMk/>
            <pc:sldMasterMk cId="537669018" sldId="2147483671"/>
            <pc:sldLayoutMk cId="428813488" sldId="2147483686"/>
          </pc:sldLayoutMkLst>
        </pc:sldLayoutChg>
        <pc:sldLayoutChg chg="del">
          <pc:chgData name="Josh Peterson" userId="2f0c7ad8fcbba8e1" providerId="LiveId" clId="{B158E36D-E8E3-4E88-86C0-71CD988363E7}" dt="2026-08-27T03:37:25.814" v="3" actId="47"/>
          <pc:sldLayoutMkLst>
            <pc:docMk/>
            <pc:sldMasterMk cId="537669018" sldId="2147483671"/>
            <pc:sldLayoutMk cId="1836634643" sldId="2147483687"/>
          </pc:sldLayoutMkLst>
        </pc:sldLayoutChg>
        <pc:sldLayoutChg chg="del">
          <pc:chgData name="Josh Peterson" userId="2f0c7ad8fcbba8e1" providerId="LiveId" clId="{B158E36D-E8E3-4E88-86C0-71CD988363E7}" dt="2026-08-27T03:37:25.814" v="3" actId="47"/>
          <pc:sldLayoutMkLst>
            <pc:docMk/>
            <pc:sldMasterMk cId="537669018" sldId="2147483671"/>
            <pc:sldLayoutMk cId="1341078664" sldId="2147483688"/>
          </pc:sldLayoutMkLst>
        </pc:sldLayoutChg>
        <pc:sldLayoutChg chg="del">
          <pc:chgData name="Josh Peterson" userId="2f0c7ad8fcbba8e1" providerId="LiveId" clId="{B158E36D-E8E3-4E88-86C0-71CD988363E7}" dt="2026-08-27T03:37:25.814" v="3" actId="47"/>
          <pc:sldLayoutMkLst>
            <pc:docMk/>
            <pc:sldMasterMk cId="537669018" sldId="2147483671"/>
            <pc:sldLayoutMk cId="3497075724" sldId="2147483689"/>
          </pc:sldLayoutMkLst>
        </pc:sldLayoutChg>
        <pc:sldLayoutChg chg="del">
          <pc:chgData name="Josh Peterson" userId="2f0c7ad8fcbba8e1" providerId="LiveId" clId="{B158E36D-E8E3-4E88-86C0-71CD988363E7}" dt="2026-08-27T03:37:25.814" v="3" actId="47"/>
          <pc:sldLayoutMkLst>
            <pc:docMk/>
            <pc:sldMasterMk cId="537669018" sldId="2147483671"/>
            <pc:sldLayoutMk cId="601494552" sldId="2147483690"/>
          </pc:sldLayoutMkLst>
        </pc:sldLayoutChg>
        <pc:sldLayoutChg chg="del">
          <pc:chgData name="Josh Peterson" userId="2f0c7ad8fcbba8e1" providerId="LiveId" clId="{B158E36D-E8E3-4E88-86C0-71CD988363E7}" dt="2026-08-27T03:37:25.814" v="3" actId="47"/>
          <pc:sldLayoutMkLst>
            <pc:docMk/>
            <pc:sldMasterMk cId="537669018" sldId="2147483671"/>
            <pc:sldLayoutMk cId="2641997676" sldId="2147483691"/>
          </pc:sldLayoutMkLst>
        </pc:sldLayoutChg>
        <pc:sldLayoutChg chg="del">
          <pc:chgData name="Josh Peterson" userId="2f0c7ad8fcbba8e1" providerId="LiveId" clId="{B158E36D-E8E3-4E88-86C0-71CD988363E7}" dt="2026-08-27T03:37:25.814" v="3" actId="47"/>
          <pc:sldLayoutMkLst>
            <pc:docMk/>
            <pc:sldMasterMk cId="537669018" sldId="2147483671"/>
            <pc:sldLayoutMk cId="668508409" sldId="2147483692"/>
          </pc:sldLayoutMkLst>
        </pc:sldLayoutChg>
        <pc:sldLayoutChg chg="del">
          <pc:chgData name="Josh Peterson" userId="2f0c7ad8fcbba8e1" providerId="LiveId" clId="{B158E36D-E8E3-4E88-86C0-71CD988363E7}" dt="2026-08-27T03:37:25.814" v="3" actId="47"/>
          <pc:sldLayoutMkLst>
            <pc:docMk/>
            <pc:sldMasterMk cId="537669018" sldId="2147483671"/>
            <pc:sldLayoutMk cId="4048256615" sldId="2147483693"/>
          </pc:sldLayoutMkLst>
        </pc:sldLayoutChg>
        <pc:sldLayoutChg chg="del">
          <pc:chgData name="Josh Peterson" userId="2f0c7ad8fcbba8e1" providerId="LiveId" clId="{B158E36D-E8E3-4E88-86C0-71CD988363E7}" dt="2026-08-27T03:37:25.814" v="3" actId="47"/>
          <pc:sldLayoutMkLst>
            <pc:docMk/>
            <pc:sldMasterMk cId="537669018" sldId="2147483671"/>
            <pc:sldLayoutMk cId="569616634" sldId="2147483694"/>
          </pc:sldLayoutMkLst>
        </pc:sldLayoutChg>
        <pc:sldLayoutChg chg="del">
          <pc:chgData name="Josh Peterson" userId="2f0c7ad8fcbba8e1" providerId="LiveId" clId="{B158E36D-E8E3-4E88-86C0-71CD988363E7}" dt="2026-08-27T03:37:25.814" v="3" actId="47"/>
          <pc:sldLayoutMkLst>
            <pc:docMk/>
            <pc:sldMasterMk cId="537669018" sldId="2147483671"/>
            <pc:sldLayoutMk cId="303740696" sldId="2147483695"/>
          </pc:sldLayoutMkLst>
        </pc:sldLayoutChg>
        <pc:sldLayoutChg chg="del">
          <pc:chgData name="Josh Peterson" userId="2f0c7ad8fcbba8e1" providerId="LiveId" clId="{B158E36D-E8E3-4E88-86C0-71CD988363E7}" dt="2026-08-27T03:37:25.814" v="3" actId="47"/>
          <pc:sldLayoutMkLst>
            <pc:docMk/>
            <pc:sldMasterMk cId="537669018" sldId="2147483671"/>
            <pc:sldLayoutMk cId="1778890182" sldId="2147483696"/>
          </pc:sldLayoutMkLst>
        </pc:sldLayoutChg>
        <pc:sldLayoutChg chg="del">
          <pc:chgData name="Josh Peterson" userId="2f0c7ad8fcbba8e1" providerId="LiveId" clId="{B158E36D-E8E3-4E88-86C0-71CD988363E7}" dt="2026-08-27T03:37:25.814" v="3" actId="47"/>
          <pc:sldLayoutMkLst>
            <pc:docMk/>
            <pc:sldMasterMk cId="537669018" sldId="2147483671"/>
            <pc:sldLayoutMk cId="1930050100" sldId="2147483697"/>
          </pc:sldLayoutMkLst>
        </pc:sldLayoutChg>
        <pc:sldLayoutChg chg="del">
          <pc:chgData name="Josh Peterson" userId="2f0c7ad8fcbba8e1" providerId="LiveId" clId="{B158E36D-E8E3-4E88-86C0-71CD988363E7}" dt="2026-08-27T03:37:25.814" v="3" actId="47"/>
          <pc:sldLayoutMkLst>
            <pc:docMk/>
            <pc:sldMasterMk cId="537669018" sldId="2147483671"/>
            <pc:sldLayoutMk cId="3104293823" sldId="2147483698"/>
          </pc:sldLayoutMkLst>
        </pc:sldLayoutChg>
        <pc:sldLayoutChg chg="del">
          <pc:chgData name="Josh Peterson" userId="2f0c7ad8fcbba8e1" providerId="LiveId" clId="{B158E36D-E8E3-4E88-86C0-71CD988363E7}" dt="2026-08-27T03:37:25.814" v="3" actId="47"/>
          <pc:sldLayoutMkLst>
            <pc:docMk/>
            <pc:sldMasterMk cId="537669018" sldId="2147483671"/>
            <pc:sldLayoutMk cId="1083117979" sldId="2147483699"/>
          </pc:sldLayoutMkLst>
        </pc:sldLayoutChg>
      </pc:sldMasterChg>
    </pc:docChg>
  </pc:docChgLst>
  <pc:docChgLst>
    <pc:chgData name="Josh Peterson" userId="2f0c7ad8fcbba8e1" providerId="LiveId" clId="{A3AB9BE9-F7B5-4880-AB98-CDDCEC184B48}"/>
    <pc:docChg chg="undo custSel addSld modSld">
      <pc:chgData name="Josh Peterson" userId="2f0c7ad8fcbba8e1" providerId="LiveId" clId="{A3AB9BE9-F7B5-4880-AB98-CDDCEC184B48}" dt="2024-08-11T04:23:14.439" v="221" actId="1076"/>
      <pc:docMkLst>
        <pc:docMk/>
      </pc:docMkLst>
      <pc:sldChg chg="modSp mod">
        <pc:chgData name="Josh Peterson" userId="2f0c7ad8fcbba8e1" providerId="LiveId" clId="{A3AB9BE9-F7B5-4880-AB98-CDDCEC184B48}" dt="2024-08-11T04:23:14.439" v="221" actId="1076"/>
        <pc:sldMkLst>
          <pc:docMk/>
          <pc:sldMk cId="323035411" sldId="491"/>
        </pc:sldMkLst>
      </pc:sldChg>
      <pc:sldChg chg="addSp delSp modSp add mod">
        <pc:chgData name="Josh Peterson" userId="2f0c7ad8fcbba8e1" providerId="LiveId" clId="{A3AB9BE9-F7B5-4880-AB98-CDDCEC184B48}" dt="2024-08-11T04:21:39.719" v="220" actId="403"/>
        <pc:sldMkLst>
          <pc:docMk/>
          <pc:sldMk cId="899547087" sldId="50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6F2922-797C-45C2-9475-1803A9D22A0A}" type="datetimeFigureOut">
              <a:rPr lang="en-US" smtClean="0"/>
              <a:t>8/26/2026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F715CC-F7BD-45D9-B5AD-4E804062401C}" type="slidenum">
              <a:rPr lang="en-US" smtClean="0"/>
              <a:t>‹#›</a:t>
            </a:fld>
            <a:endParaRPr lang="en-US"/>
          </a:p>
        </p:txBody>
      </p:sp>
    </p:spTree>
    <p:extLst>
      <p:ext uri="{BB962C8B-B14F-4D97-AF65-F5344CB8AC3E}">
        <p14:creationId xmlns:p14="http://schemas.microsoft.com/office/powerpoint/2010/main" val="1714590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Complete this slide with the Business Profile assignment.  (Make sure you completed the title page of this template as well)</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AAD981-78BF-409D-B3BA-8A6D32CEDE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47377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Complete this slide with the Business Profile assignment.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AAD981-78BF-409D-B3BA-8A6D32CEDE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32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Complete this slide with the Business Profile assignment.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AAD981-78BF-409D-B3BA-8A6D32CEDE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448795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Complete this slide with the Business Profile assignment.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AAD981-78BF-409D-B3BA-8A6D32CEDE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849810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47D6F-D921-4A03-AF86-74637D8669BE}"/>
              </a:ext>
            </a:extLst>
          </p:cNvPr>
          <p:cNvSpPr>
            <a:spLocks noGrp="1"/>
          </p:cNvSpPr>
          <p:nvPr>
            <p:ph type="title" hasCustomPrompt="1"/>
          </p:nvPr>
        </p:nvSpPr>
        <p:spPr>
          <a:xfrm>
            <a:off x="0" y="0"/>
            <a:ext cx="12188952" cy="1014984"/>
          </a:xfrm>
          <a:solidFill>
            <a:schemeClr val="tx2"/>
          </a:solidFill>
        </p:spPr>
        <p:txBody>
          <a:bodyPr vert="horz" wrap="square" lIns="228600" tIns="228600" rIns="228600" bIns="228600" rtlCol="0" anchor="t">
            <a:spAutoFit/>
          </a:bodyPr>
          <a:lstStyle>
            <a:lvl1pPr>
              <a:defRPr lang="en-US" sz="4000" dirty="0">
                <a:solidFill>
                  <a:schemeClr val="bg1"/>
                </a:solidFill>
                <a:latin typeface="Arial" panose="020B0604020202020204" pitchFamily="34" charset="0"/>
                <a:ea typeface="+mn-ea"/>
                <a:cs typeface="Arial" panose="020B0604020202020204" pitchFamily="34" charset="0"/>
              </a:defRPr>
            </a:lvl1pPr>
          </a:lstStyle>
          <a:p>
            <a:pPr marL="0" lvl="0" indent="0">
              <a:spcBef>
                <a:spcPts val="1000"/>
              </a:spcBef>
              <a:buFont typeface="Wingdings" panose="05000000000000000000" pitchFamily="2" charset="2"/>
            </a:pPr>
            <a:r>
              <a:rPr lang="en-US" dirty="0"/>
              <a:t>Title</a:t>
            </a:r>
          </a:p>
        </p:txBody>
      </p:sp>
      <p:sp>
        <p:nvSpPr>
          <p:cNvPr id="3" name="Content Placeholder 2">
            <a:extLst>
              <a:ext uri="{FF2B5EF4-FFF2-40B4-BE49-F238E27FC236}">
                <a16:creationId xmlns:a16="http://schemas.microsoft.com/office/drawing/2014/main" id="{D768D44B-6F17-4D36-A351-E83276D1D666}"/>
              </a:ext>
            </a:extLst>
          </p:cNvPr>
          <p:cNvSpPr>
            <a:spLocks noGrp="1"/>
          </p:cNvSpPr>
          <p:nvPr>
            <p:ph idx="1"/>
          </p:nvPr>
        </p:nvSpPr>
        <p:spPr/>
        <p:txBody>
          <a:bodyPr vert="horz" lIns="91440" tIns="45720" rIns="91440" bIns="45720" rtlCol="0">
            <a:normAutofit/>
          </a:bodyPr>
          <a:lstStyle>
            <a:lvl1pPr marL="228600" indent="-228600" algn="l" defTabSz="914400" rtl="0" eaLnBrk="1" latinLnBrk="0" hangingPunct="1">
              <a:lnSpc>
                <a:spcPct val="90000"/>
              </a:lnSpc>
              <a:buFont typeface="Wingdings" panose="05000000000000000000" pitchFamily="2" charset="2"/>
              <a:buChar char="§"/>
              <a:defRPr lang="en-US" sz="2800" kern="1200" dirty="0" smtClean="0">
                <a:solidFill>
                  <a:schemeClr val="tx1"/>
                </a:solidFill>
                <a:latin typeface="+mn-lt"/>
                <a:ea typeface="+mn-ea"/>
                <a:cs typeface="+mn-cs"/>
              </a:defRPr>
            </a:lvl1pPr>
            <a:lvl2pPr marL="685800" indent="-228600" algn="l" defTabSz="914400" rtl="0" eaLnBrk="1" latinLnBrk="0" hangingPunct="1">
              <a:lnSpc>
                <a:spcPct val="90000"/>
              </a:lnSpc>
              <a:buFont typeface="Wingdings" panose="05000000000000000000" pitchFamily="2" charset="2"/>
              <a:buChar char="§"/>
              <a:defRPr lang="en-US" sz="2800" kern="1200" dirty="0" smtClean="0">
                <a:solidFill>
                  <a:schemeClr val="tx1"/>
                </a:solidFill>
                <a:latin typeface="+mn-lt"/>
                <a:ea typeface="+mn-ea"/>
                <a:cs typeface="+mn-cs"/>
              </a:defRPr>
            </a:lvl2pPr>
            <a:lvl3pPr marL="1143000" indent="-228600" algn="l" defTabSz="914400" rtl="0" eaLnBrk="1" latinLnBrk="0" hangingPunct="1">
              <a:lnSpc>
                <a:spcPct val="90000"/>
              </a:lnSpc>
              <a:buFont typeface="Wingdings" panose="05000000000000000000" pitchFamily="2" charset="2"/>
              <a:buChar char="§"/>
              <a:defRPr lang="en-US" sz="2800" kern="1200" dirty="0" smtClean="0">
                <a:solidFill>
                  <a:schemeClr val="tx1"/>
                </a:solidFill>
                <a:latin typeface="+mn-lt"/>
                <a:ea typeface="+mn-ea"/>
                <a:cs typeface="+mn-cs"/>
              </a:defRPr>
            </a:lvl3pPr>
            <a:lvl4pPr marL="1600200" indent="-228600" algn="l" defTabSz="914400" rtl="0" eaLnBrk="1" latinLnBrk="0" hangingPunct="1">
              <a:lnSpc>
                <a:spcPct val="90000"/>
              </a:lnSpc>
              <a:buFont typeface="Wingdings" panose="05000000000000000000" pitchFamily="2" charset="2"/>
              <a:buChar char="§"/>
              <a:defRPr lang="en-US" sz="2800" kern="1200" dirty="0" smtClean="0">
                <a:solidFill>
                  <a:schemeClr val="tx1"/>
                </a:solidFill>
                <a:latin typeface="+mn-lt"/>
                <a:ea typeface="+mn-ea"/>
                <a:cs typeface="+mn-cs"/>
              </a:defRPr>
            </a:lvl4pPr>
            <a:lvl5pPr marL="2057400" indent="-228600" algn="l" defTabSz="914400" rtl="0" eaLnBrk="1" latinLnBrk="0" hangingPunct="1">
              <a:lnSpc>
                <a:spcPct val="90000"/>
              </a:lnSpc>
              <a:buFont typeface="Wingdings" panose="05000000000000000000" pitchFamily="2" charset="2"/>
              <a:buChar char="§"/>
              <a:defRPr lang="en-US" sz="2800" kern="1200" dirty="0">
                <a:solidFill>
                  <a:schemeClr val="tx1"/>
                </a:solidFill>
                <a:latin typeface="+mn-lt"/>
                <a:ea typeface="+mn-ea"/>
                <a:cs typeface="+mn-cs"/>
              </a:defRPr>
            </a:lvl5pPr>
          </a:lstStyle>
          <a:p>
            <a:pPr lvl="0">
              <a:buFont typeface="Wingdings" panose="05000000000000000000" pitchFamily="2" charset="2"/>
              <a:buChar char="§"/>
            </a:pPr>
            <a:r>
              <a:rPr lang="en-US"/>
              <a:t>Click to edit Master text styles</a:t>
            </a:r>
          </a:p>
          <a:p>
            <a:pPr lvl="1">
              <a:buFont typeface="Wingdings" panose="05000000000000000000" pitchFamily="2" charset="2"/>
              <a:buChar char="§"/>
            </a:pPr>
            <a:r>
              <a:rPr lang="en-US"/>
              <a:t>Second level</a:t>
            </a:r>
          </a:p>
          <a:p>
            <a:pPr lvl="2">
              <a:buFont typeface="Wingdings" panose="05000000000000000000" pitchFamily="2" charset="2"/>
              <a:buChar char="§"/>
            </a:pPr>
            <a:r>
              <a:rPr lang="en-US"/>
              <a:t>Third level</a:t>
            </a:r>
          </a:p>
          <a:p>
            <a:pPr lvl="3">
              <a:buFont typeface="Wingdings" panose="05000000000000000000" pitchFamily="2" charset="2"/>
              <a:buChar char="§"/>
            </a:pPr>
            <a:r>
              <a:rPr lang="en-US"/>
              <a:t>Fourth level</a:t>
            </a:r>
          </a:p>
          <a:p>
            <a:pPr lvl="4">
              <a:buFont typeface="Wingdings" panose="05000000000000000000" pitchFamily="2" charset="2"/>
              <a:buChar char="§"/>
            </a:pPr>
            <a:r>
              <a:rPr lang="en-US"/>
              <a:t>Fifth level</a:t>
            </a:r>
            <a:endParaRPr lang="en-US" dirty="0"/>
          </a:p>
        </p:txBody>
      </p:sp>
    </p:spTree>
    <p:extLst>
      <p:ext uri="{BB962C8B-B14F-4D97-AF65-F5344CB8AC3E}">
        <p14:creationId xmlns:p14="http://schemas.microsoft.com/office/powerpoint/2010/main" val="4251416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4AEB0-E832-45FE-89C9-736EE8ECBF80}"/>
              </a:ext>
            </a:extLst>
          </p:cNvPr>
          <p:cNvSpPr>
            <a:spLocks noGrp="1"/>
          </p:cNvSpPr>
          <p:nvPr>
            <p:ph type="title" hasCustomPrompt="1"/>
          </p:nvPr>
        </p:nvSpPr>
        <p:spPr>
          <a:xfrm>
            <a:off x="-2417" y="3839"/>
            <a:ext cx="12188952" cy="1015663"/>
          </a:xfrm>
          <a:solidFill>
            <a:schemeClr val="tx2"/>
          </a:solidFill>
        </p:spPr>
        <p:txBody>
          <a:bodyPr vert="horz" wrap="square" lIns="228600" tIns="228600" rIns="228600" bIns="228600" rtlCol="0" anchor="t">
            <a:spAutoFit/>
          </a:bodyPr>
          <a:lstStyle>
            <a:lvl1pPr>
              <a:defRPr lang="en-US" sz="4000" dirty="0">
                <a:solidFill>
                  <a:schemeClr val="bg1"/>
                </a:solidFill>
                <a:latin typeface="Arial" panose="020B0604020202020204" pitchFamily="34" charset="0"/>
                <a:ea typeface="+mn-ea"/>
                <a:cs typeface="Arial" panose="020B0604020202020204" pitchFamily="34" charset="0"/>
              </a:defRPr>
            </a:lvl1pPr>
          </a:lstStyle>
          <a:p>
            <a:pPr marL="0" lvl="0" indent="0">
              <a:spcBef>
                <a:spcPts val="1000"/>
              </a:spcBef>
              <a:buFont typeface="Wingdings" panose="05000000000000000000" pitchFamily="2" charset="2"/>
            </a:pPr>
            <a:r>
              <a:rPr lang="en-US" dirty="0"/>
              <a:t>Title</a:t>
            </a:r>
          </a:p>
        </p:txBody>
      </p:sp>
      <p:sp>
        <p:nvSpPr>
          <p:cNvPr id="3" name="Text Placeholder 2">
            <a:extLst>
              <a:ext uri="{FF2B5EF4-FFF2-40B4-BE49-F238E27FC236}">
                <a16:creationId xmlns:a16="http://schemas.microsoft.com/office/drawing/2014/main" id="{554AE335-73CC-40D8-A7EF-4D12665B63FF}"/>
              </a:ext>
            </a:extLst>
          </p:cNvPr>
          <p:cNvSpPr>
            <a:spLocks noGrp="1"/>
          </p:cNvSpPr>
          <p:nvPr>
            <p:ph type="body" idx="1" hasCustomPrompt="1"/>
          </p:nvPr>
        </p:nvSpPr>
        <p:spPr>
          <a:xfrm>
            <a:off x="21645" y="1560848"/>
            <a:ext cx="6071616" cy="749808"/>
          </a:xfrm>
        </p:spPr>
        <p:txBody>
          <a:bodyPr vert="horz" lIns="685800" tIns="228600" rIns="685800" bIns="228600" rtlCol="0">
            <a:noAutofit/>
          </a:bodyPr>
          <a:lstStyle>
            <a:lvl1pPr>
              <a:defRPr lang="en-US" b="1" dirty="0" smtClean="0">
                <a:solidFill>
                  <a:srgbClr val="1E4D2B"/>
                </a:solidFill>
                <a:latin typeface="Arial" panose="020B0604020202020204" pitchFamily="34" charset="0"/>
                <a:cs typeface="Arial" panose="020B0604020202020204" pitchFamily="34" charset="0"/>
              </a:defRPr>
            </a:lvl1pPr>
          </a:lstStyle>
          <a:p>
            <a:pPr marL="0" lvl="0" indent="0">
              <a:buFont typeface="Wingdings" panose="05000000000000000000" pitchFamily="2" charset="2"/>
              <a:buNone/>
            </a:pPr>
            <a:r>
              <a:rPr lang="en-US" dirty="0"/>
              <a:t>Heading</a:t>
            </a:r>
          </a:p>
        </p:txBody>
      </p:sp>
      <p:sp>
        <p:nvSpPr>
          <p:cNvPr id="4" name="Content Placeholder 3">
            <a:extLst>
              <a:ext uri="{FF2B5EF4-FFF2-40B4-BE49-F238E27FC236}">
                <a16:creationId xmlns:a16="http://schemas.microsoft.com/office/drawing/2014/main" id="{DD2DD035-E523-47B9-9155-4A734FFB30A2}"/>
              </a:ext>
            </a:extLst>
          </p:cNvPr>
          <p:cNvSpPr>
            <a:spLocks noGrp="1"/>
          </p:cNvSpPr>
          <p:nvPr>
            <p:ph sz="half" idx="2"/>
          </p:nvPr>
        </p:nvSpPr>
        <p:spPr>
          <a:xfrm>
            <a:off x="21644" y="2360697"/>
            <a:ext cx="6090398" cy="3919407"/>
          </a:xfrm>
        </p:spPr>
        <p:txBody>
          <a:bodyPr vert="horz" lIns="685800" tIns="457200" rIns="685800" bIns="457200" numCol="1" spcCol="0" rtlCol="0">
            <a:normAutofit/>
          </a:bodyPr>
          <a:lstStyle>
            <a:lvl1pPr>
              <a:defRPr lang="en-US" sz="2000" smtClean="0">
                <a:latin typeface="Arial" panose="020B0604020202020204" pitchFamily="34" charset="0"/>
                <a:cs typeface="Arial" panose="020B0604020202020204" pitchFamily="34" charset="0"/>
              </a:defRPr>
            </a:lvl1pPr>
            <a:lvl2pPr>
              <a:defRPr lang="en-US" sz="1800" smtClean="0">
                <a:latin typeface="Arial" panose="020B0604020202020204" pitchFamily="34" charset="0"/>
                <a:cs typeface="Arial" panose="020B0604020202020204" pitchFamily="34" charset="0"/>
              </a:defRPr>
            </a:lvl2pPr>
            <a:lvl3pPr>
              <a:defRPr lang="en-US" sz="1600" smtClean="0">
                <a:latin typeface="Arial" panose="020B0604020202020204" pitchFamily="34" charset="0"/>
                <a:cs typeface="Arial" panose="020B0604020202020204" pitchFamily="34" charset="0"/>
              </a:defRPr>
            </a:lvl3pPr>
            <a:lvl4pPr>
              <a:defRPr lang="en-US" sz="1400" smtClean="0">
                <a:latin typeface="Arial" panose="020B0604020202020204" pitchFamily="34" charset="0"/>
                <a:cs typeface="Arial" panose="020B0604020202020204" pitchFamily="34" charset="0"/>
              </a:defRPr>
            </a:lvl4pPr>
            <a:lvl5pPr>
              <a:defRPr lang="en-US">
                <a:latin typeface="Arial" panose="020B0604020202020204" pitchFamily="34" charset="0"/>
                <a:cs typeface="Arial" panose="020B0604020202020204" pitchFamily="34" charset="0"/>
              </a:defRPr>
            </a:lvl5pPr>
          </a:lstStyle>
          <a:p>
            <a:pPr marL="342900" lvl="0" indent="-342900">
              <a:buFont typeface="Wingdings" panose="05000000000000000000" pitchFamily="2" charset="2"/>
              <a:buChar char="§"/>
            </a:pPr>
            <a:r>
              <a:rPr lang="en-US"/>
              <a:t>Click to edit Master text styles</a:t>
            </a:r>
          </a:p>
          <a:p>
            <a:pPr marL="342900" lvl="1" indent="-342900">
              <a:buFont typeface="Wingdings" panose="05000000000000000000" pitchFamily="2" charset="2"/>
              <a:buChar char="§"/>
            </a:pPr>
            <a:r>
              <a:rPr lang="en-US"/>
              <a:t>Second level</a:t>
            </a:r>
          </a:p>
          <a:p>
            <a:pPr marL="342900" lvl="2" indent="-342900">
              <a:buFont typeface="Wingdings" panose="05000000000000000000" pitchFamily="2" charset="2"/>
              <a:buChar char="§"/>
            </a:pPr>
            <a:r>
              <a:rPr lang="en-US"/>
              <a:t>Third level</a:t>
            </a:r>
          </a:p>
          <a:p>
            <a:pPr marL="342900" lvl="3" indent="-342900">
              <a:buFont typeface="Wingdings" panose="05000000000000000000" pitchFamily="2" charset="2"/>
              <a:buChar char="§"/>
            </a:pPr>
            <a:r>
              <a:rPr lang="en-US"/>
              <a:t>Fourth level</a:t>
            </a:r>
          </a:p>
          <a:p>
            <a:pPr marL="342900" lvl="4" indent="-342900">
              <a:buFont typeface="Wingdings" panose="05000000000000000000" pitchFamily="2" charset="2"/>
              <a:buChar char="§"/>
            </a:pPr>
            <a:r>
              <a:rPr lang="en-US"/>
              <a:t>Fifth level</a:t>
            </a:r>
            <a:endParaRPr lang="en-US" dirty="0"/>
          </a:p>
        </p:txBody>
      </p:sp>
      <p:sp>
        <p:nvSpPr>
          <p:cNvPr id="5" name="Text Placeholder 4">
            <a:extLst>
              <a:ext uri="{FF2B5EF4-FFF2-40B4-BE49-F238E27FC236}">
                <a16:creationId xmlns:a16="http://schemas.microsoft.com/office/drawing/2014/main" id="{834F2341-313C-4B77-83E1-6D77FA0ABBB8}"/>
              </a:ext>
            </a:extLst>
          </p:cNvPr>
          <p:cNvSpPr>
            <a:spLocks noGrp="1"/>
          </p:cNvSpPr>
          <p:nvPr>
            <p:ph type="body" sz="quarter" idx="3" hasCustomPrompt="1"/>
          </p:nvPr>
        </p:nvSpPr>
        <p:spPr>
          <a:xfrm>
            <a:off x="6172200" y="1560848"/>
            <a:ext cx="6071616" cy="786384"/>
          </a:xfrm>
        </p:spPr>
        <p:txBody>
          <a:bodyPr vert="horz" lIns="685800" tIns="228600" rIns="685800" bIns="228600" rtlCol="0">
            <a:noAutofit/>
          </a:bodyPr>
          <a:lstStyle>
            <a:lvl1pPr>
              <a:defRPr lang="en-US" b="1" dirty="0" smtClean="0">
                <a:solidFill>
                  <a:srgbClr val="1E4D2B"/>
                </a:solidFill>
                <a:latin typeface="Arial" panose="020B0604020202020204" pitchFamily="34" charset="0"/>
                <a:cs typeface="Arial" panose="020B0604020202020204" pitchFamily="34" charset="0"/>
              </a:defRPr>
            </a:lvl1pPr>
          </a:lstStyle>
          <a:p>
            <a:pPr marL="0" lvl="0" indent="0">
              <a:buFont typeface="Wingdings" panose="05000000000000000000" pitchFamily="2" charset="2"/>
              <a:buNone/>
            </a:pPr>
            <a:r>
              <a:rPr lang="en-US" dirty="0"/>
              <a:t>Heading</a:t>
            </a:r>
          </a:p>
        </p:txBody>
      </p:sp>
      <p:sp>
        <p:nvSpPr>
          <p:cNvPr id="6" name="Content Placeholder 5">
            <a:extLst>
              <a:ext uri="{FF2B5EF4-FFF2-40B4-BE49-F238E27FC236}">
                <a16:creationId xmlns:a16="http://schemas.microsoft.com/office/drawing/2014/main" id="{B740244F-716F-432B-A555-0E32CB8360BB}"/>
              </a:ext>
            </a:extLst>
          </p:cNvPr>
          <p:cNvSpPr>
            <a:spLocks noGrp="1"/>
          </p:cNvSpPr>
          <p:nvPr>
            <p:ph sz="quarter" idx="4"/>
          </p:nvPr>
        </p:nvSpPr>
        <p:spPr>
          <a:xfrm>
            <a:off x="6172200" y="2360696"/>
            <a:ext cx="6011940" cy="3919407"/>
          </a:xfrm>
        </p:spPr>
        <p:txBody>
          <a:bodyPr vert="horz" lIns="685800" tIns="457200" rIns="685800" bIns="457200" numCol="1" spcCol="0" rtlCol="0">
            <a:normAutofit/>
          </a:bodyPr>
          <a:lstStyle>
            <a:lvl1pPr>
              <a:defRPr lang="en-US" sz="2000" smtClean="0">
                <a:latin typeface="Arial" panose="020B0604020202020204" pitchFamily="34" charset="0"/>
                <a:cs typeface="Arial" panose="020B0604020202020204" pitchFamily="34" charset="0"/>
              </a:defRPr>
            </a:lvl1pPr>
            <a:lvl2pPr>
              <a:defRPr lang="en-US" sz="1800" smtClean="0">
                <a:latin typeface="Arial" panose="020B0604020202020204" pitchFamily="34" charset="0"/>
                <a:cs typeface="Arial" panose="020B0604020202020204" pitchFamily="34" charset="0"/>
              </a:defRPr>
            </a:lvl2pPr>
            <a:lvl3pPr>
              <a:defRPr lang="en-US" sz="1600" smtClean="0">
                <a:latin typeface="Arial" panose="020B0604020202020204" pitchFamily="34" charset="0"/>
                <a:cs typeface="Arial" panose="020B0604020202020204" pitchFamily="34" charset="0"/>
              </a:defRPr>
            </a:lvl3pPr>
            <a:lvl4pPr>
              <a:defRPr lang="en-US" sz="1400" smtClean="0">
                <a:latin typeface="Arial" panose="020B0604020202020204" pitchFamily="34" charset="0"/>
                <a:cs typeface="Arial" panose="020B0604020202020204" pitchFamily="34" charset="0"/>
              </a:defRPr>
            </a:lvl4pPr>
            <a:lvl5pPr>
              <a:defRPr lang="en-US">
                <a:latin typeface="Arial" panose="020B0604020202020204" pitchFamily="34" charset="0"/>
                <a:cs typeface="Arial" panose="020B0604020202020204" pitchFamily="34" charset="0"/>
              </a:defRPr>
            </a:lvl5pPr>
          </a:lstStyle>
          <a:p>
            <a:pPr marL="342900" lvl="0" indent="-342900">
              <a:buFont typeface="Wingdings" panose="05000000000000000000" pitchFamily="2" charset="2"/>
              <a:buChar char="§"/>
            </a:pPr>
            <a:r>
              <a:rPr lang="en-US"/>
              <a:t>Click to edit Master text styles</a:t>
            </a:r>
          </a:p>
          <a:p>
            <a:pPr marL="342900" lvl="1" indent="-342900">
              <a:buFont typeface="Wingdings" panose="05000000000000000000" pitchFamily="2" charset="2"/>
              <a:buChar char="§"/>
            </a:pPr>
            <a:r>
              <a:rPr lang="en-US"/>
              <a:t>Second level</a:t>
            </a:r>
          </a:p>
          <a:p>
            <a:pPr marL="342900" lvl="2" indent="-342900">
              <a:buFont typeface="Wingdings" panose="05000000000000000000" pitchFamily="2" charset="2"/>
              <a:buChar char="§"/>
            </a:pPr>
            <a:r>
              <a:rPr lang="en-US"/>
              <a:t>Third level</a:t>
            </a:r>
          </a:p>
          <a:p>
            <a:pPr marL="342900" lvl="3" indent="-342900">
              <a:buFont typeface="Wingdings" panose="05000000000000000000" pitchFamily="2" charset="2"/>
              <a:buChar char="§"/>
            </a:pPr>
            <a:r>
              <a:rPr lang="en-US"/>
              <a:t>Fourth level</a:t>
            </a:r>
          </a:p>
          <a:p>
            <a:pPr marL="342900" lvl="4" indent="-342900">
              <a:buFont typeface="Wingdings" panose="05000000000000000000" pitchFamily="2" charset="2"/>
              <a:buChar char="§"/>
            </a:pPr>
            <a:r>
              <a:rPr lang="en-US"/>
              <a:t>Fifth level</a:t>
            </a:r>
            <a:endParaRPr lang="en-US" dirty="0"/>
          </a:p>
        </p:txBody>
      </p:sp>
    </p:spTree>
    <p:extLst>
      <p:ext uri="{BB962C8B-B14F-4D97-AF65-F5344CB8AC3E}">
        <p14:creationId xmlns:p14="http://schemas.microsoft.com/office/powerpoint/2010/main" val="2967141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5B287-F50F-4537-AFF4-2302B947CEF1}"/>
              </a:ext>
            </a:extLst>
          </p:cNvPr>
          <p:cNvSpPr>
            <a:spLocks noGrp="1"/>
          </p:cNvSpPr>
          <p:nvPr>
            <p:ph type="title" hasCustomPrompt="1"/>
          </p:nvPr>
        </p:nvSpPr>
        <p:spPr>
          <a:xfrm>
            <a:off x="0" y="0"/>
            <a:ext cx="12188952" cy="1014984"/>
          </a:xfrm>
          <a:solidFill>
            <a:schemeClr val="tx2"/>
          </a:solidFill>
        </p:spPr>
        <p:txBody>
          <a:bodyPr vert="horz" wrap="square" lIns="228600" tIns="228600" rIns="228600" bIns="228600" rtlCol="0" anchor="t">
            <a:spAutoFit/>
          </a:bodyPr>
          <a:lstStyle>
            <a:lvl1pPr>
              <a:defRPr lang="en-US" sz="4000" dirty="0">
                <a:solidFill>
                  <a:schemeClr val="bg1"/>
                </a:solidFill>
                <a:latin typeface="Arial" panose="020B0604020202020204" pitchFamily="34" charset="0"/>
                <a:ea typeface="+mn-ea"/>
                <a:cs typeface="Arial" panose="020B0604020202020204" pitchFamily="34" charset="0"/>
              </a:defRPr>
            </a:lvl1pPr>
          </a:lstStyle>
          <a:p>
            <a:pPr marL="0" lvl="0" indent="0">
              <a:spcBef>
                <a:spcPts val="1000"/>
              </a:spcBef>
              <a:buFont typeface="Wingdings" panose="05000000000000000000" pitchFamily="2" charset="2"/>
            </a:pPr>
            <a:r>
              <a:rPr lang="en-US" dirty="0"/>
              <a:t>Title</a:t>
            </a:r>
          </a:p>
        </p:txBody>
      </p:sp>
      <p:sp>
        <p:nvSpPr>
          <p:cNvPr id="7" name="Content Placeholder 2">
            <a:extLst>
              <a:ext uri="{FF2B5EF4-FFF2-40B4-BE49-F238E27FC236}">
                <a16:creationId xmlns:a16="http://schemas.microsoft.com/office/drawing/2014/main" id="{9C002305-5740-4535-B4EF-82B44A5510ED}"/>
              </a:ext>
            </a:extLst>
          </p:cNvPr>
          <p:cNvSpPr>
            <a:spLocks noGrp="1"/>
          </p:cNvSpPr>
          <p:nvPr>
            <p:ph idx="1"/>
          </p:nvPr>
        </p:nvSpPr>
        <p:spPr>
          <a:xfrm>
            <a:off x="0" y="1613066"/>
            <a:ext cx="4041648" cy="4654296"/>
          </a:xfrm>
        </p:spPr>
        <p:txBody>
          <a:bodyPr vert="horz" lIns="685800" tIns="457200" rIns="685800" bIns="457200" numCol="1" spcCol="0" rtlCol="0">
            <a:normAutofit/>
          </a:bodyPr>
          <a:lstStyle>
            <a:lvl1pPr>
              <a:defRPr lang="en-US" sz="2400" smtClean="0">
                <a:latin typeface="Arial" panose="020B0604020202020204" pitchFamily="34" charset="0"/>
                <a:cs typeface="Arial" panose="020B0604020202020204" pitchFamily="34" charset="0"/>
              </a:defRPr>
            </a:lvl1pPr>
            <a:lvl2pPr>
              <a:defRPr lang="en-US" sz="2000" smtClean="0">
                <a:latin typeface="Arial" panose="020B0604020202020204" pitchFamily="34" charset="0"/>
                <a:cs typeface="Arial" panose="020B0604020202020204" pitchFamily="34" charset="0"/>
              </a:defRPr>
            </a:lvl2pPr>
            <a:lvl3pPr>
              <a:defRPr lang="en-US" sz="1800" smtClean="0">
                <a:latin typeface="Arial" panose="020B0604020202020204" pitchFamily="34" charset="0"/>
                <a:cs typeface="Arial" panose="020B0604020202020204" pitchFamily="34" charset="0"/>
              </a:defRPr>
            </a:lvl3pPr>
            <a:lvl4pPr>
              <a:defRPr lang="en-US" sz="1600" smtClean="0">
                <a:latin typeface="Arial" panose="020B0604020202020204" pitchFamily="34" charset="0"/>
                <a:cs typeface="Arial" panose="020B0604020202020204" pitchFamily="34" charset="0"/>
              </a:defRPr>
            </a:lvl4pPr>
            <a:lvl5pPr>
              <a:defRPr lang="en-US">
                <a:latin typeface="Arial" panose="020B0604020202020204" pitchFamily="34" charset="0"/>
                <a:cs typeface="Arial" panose="020B0604020202020204" pitchFamily="34" charset="0"/>
              </a:defRPr>
            </a:lvl5pPr>
          </a:lstStyle>
          <a:p>
            <a:pPr marL="342900" lvl="0" indent="-342900">
              <a:buFont typeface="Wingdings" panose="05000000000000000000" pitchFamily="2" charset="2"/>
              <a:buChar char="§"/>
            </a:pPr>
            <a:r>
              <a:rPr lang="en-US"/>
              <a:t>Click to edit Master text styles</a:t>
            </a:r>
          </a:p>
          <a:p>
            <a:pPr marL="342900" lvl="1" indent="-342900">
              <a:buFont typeface="Wingdings" panose="05000000000000000000" pitchFamily="2" charset="2"/>
              <a:buChar char="§"/>
            </a:pPr>
            <a:r>
              <a:rPr lang="en-US"/>
              <a:t>Second level</a:t>
            </a:r>
          </a:p>
          <a:p>
            <a:pPr marL="342900" lvl="2" indent="-342900">
              <a:buFont typeface="Wingdings" panose="05000000000000000000" pitchFamily="2" charset="2"/>
              <a:buChar char="§"/>
            </a:pPr>
            <a:r>
              <a:rPr lang="en-US"/>
              <a:t>Third level</a:t>
            </a:r>
          </a:p>
          <a:p>
            <a:pPr marL="342900" lvl="3" indent="-342900">
              <a:buFont typeface="Wingdings" panose="05000000000000000000" pitchFamily="2" charset="2"/>
              <a:buChar char="§"/>
            </a:pPr>
            <a:r>
              <a:rPr lang="en-US"/>
              <a:t>Fourth level</a:t>
            </a:r>
          </a:p>
          <a:p>
            <a:pPr marL="342900" lvl="4" indent="-342900">
              <a:buFont typeface="Wingdings" panose="05000000000000000000" pitchFamily="2" charset="2"/>
              <a:buChar char="§"/>
            </a:pPr>
            <a:r>
              <a:rPr lang="en-US"/>
              <a:t>Fifth level</a:t>
            </a:r>
            <a:endParaRPr lang="en-US" dirty="0"/>
          </a:p>
        </p:txBody>
      </p:sp>
      <p:sp>
        <p:nvSpPr>
          <p:cNvPr id="8" name="Content Placeholder 3">
            <a:extLst>
              <a:ext uri="{FF2B5EF4-FFF2-40B4-BE49-F238E27FC236}">
                <a16:creationId xmlns:a16="http://schemas.microsoft.com/office/drawing/2014/main" id="{DE3D2841-552A-40F1-AE22-D80196FAC90A}"/>
              </a:ext>
            </a:extLst>
          </p:cNvPr>
          <p:cNvSpPr>
            <a:spLocks noGrp="1"/>
          </p:cNvSpPr>
          <p:nvPr>
            <p:ph idx="10"/>
          </p:nvPr>
        </p:nvSpPr>
        <p:spPr>
          <a:xfrm>
            <a:off x="4074686" y="1621088"/>
            <a:ext cx="4078224" cy="4654296"/>
          </a:xfrm>
        </p:spPr>
        <p:txBody>
          <a:bodyPr vert="horz" lIns="685800" tIns="457200" rIns="685800" bIns="457200" numCol="1" spcCol="0" rtlCol="0">
            <a:normAutofit/>
          </a:bodyPr>
          <a:lstStyle>
            <a:lvl1pPr>
              <a:defRPr lang="en-US" sz="2400" smtClean="0">
                <a:latin typeface="Arial" panose="020B0604020202020204" pitchFamily="34" charset="0"/>
                <a:cs typeface="Arial" panose="020B0604020202020204" pitchFamily="34" charset="0"/>
              </a:defRPr>
            </a:lvl1pPr>
            <a:lvl2pPr>
              <a:defRPr lang="en-US" sz="2000" smtClean="0">
                <a:latin typeface="Arial" panose="020B0604020202020204" pitchFamily="34" charset="0"/>
                <a:cs typeface="Arial" panose="020B0604020202020204" pitchFamily="34" charset="0"/>
              </a:defRPr>
            </a:lvl2pPr>
            <a:lvl3pPr>
              <a:defRPr lang="en-US" sz="1800" smtClean="0">
                <a:latin typeface="Arial" panose="020B0604020202020204" pitchFamily="34" charset="0"/>
                <a:cs typeface="Arial" panose="020B0604020202020204" pitchFamily="34" charset="0"/>
              </a:defRPr>
            </a:lvl3pPr>
            <a:lvl4pPr>
              <a:defRPr lang="en-US" sz="1600" smtClean="0">
                <a:latin typeface="Arial" panose="020B0604020202020204" pitchFamily="34" charset="0"/>
                <a:cs typeface="Arial" panose="020B0604020202020204" pitchFamily="34" charset="0"/>
              </a:defRPr>
            </a:lvl4pPr>
            <a:lvl5pPr>
              <a:defRPr lang="en-US">
                <a:latin typeface="Arial" panose="020B0604020202020204" pitchFamily="34" charset="0"/>
                <a:cs typeface="Arial" panose="020B0604020202020204" pitchFamily="34" charset="0"/>
              </a:defRPr>
            </a:lvl5pPr>
          </a:lstStyle>
          <a:p>
            <a:pPr marL="342900" lvl="0" indent="-342900">
              <a:buFont typeface="Wingdings" panose="05000000000000000000" pitchFamily="2" charset="2"/>
              <a:buChar char="§"/>
            </a:pPr>
            <a:r>
              <a:rPr lang="en-US"/>
              <a:t>Click to edit Master text styles</a:t>
            </a:r>
          </a:p>
          <a:p>
            <a:pPr marL="342900" lvl="1" indent="-342900">
              <a:buFont typeface="Wingdings" panose="05000000000000000000" pitchFamily="2" charset="2"/>
              <a:buChar char="§"/>
            </a:pPr>
            <a:r>
              <a:rPr lang="en-US"/>
              <a:t>Second level</a:t>
            </a:r>
          </a:p>
          <a:p>
            <a:pPr marL="342900" lvl="2" indent="-342900">
              <a:buFont typeface="Wingdings" panose="05000000000000000000" pitchFamily="2" charset="2"/>
              <a:buChar char="§"/>
            </a:pPr>
            <a:r>
              <a:rPr lang="en-US"/>
              <a:t>Third level</a:t>
            </a:r>
          </a:p>
          <a:p>
            <a:pPr marL="342900" lvl="3" indent="-342900">
              <a:buFont typeface="Wingdings" panose="05000000000000000000" pitchFamily="2" charset="2"/>
              <a:buChar char="§"/>
            </a:pPr>
            <a:r>
              <a:rPr lang="en-US"/>
              <a:t>Fourth level</a:t>
            </a:r>
          </a:p>
          <a:p>
            <a:pPr marL="342900" lvl="4" indent="-342900">
              <a:buFont typeface="Wingdings" panose="05000000000000000000" pitchFamily="2" charset="2"/>
              <a:buChar char="§"/>
            </a:pPr>
            <a:r>
              <a:rPr lang="en-US"/>
              <a:t>Fifth level</a:t>
            </a:r>
            <a:endParaRPr lang="en-US" dirty="0"/>
          </a:p>
        </p:txBody>
      </p:sp>
      <p:sp>
        <p:nvSpPr>
          <p:cNvPr id="9" name="Content Placeholder 4">
            <a:extLst>
              <a:ext uri="{FF2B5EF4-FFF2-40B4-BE49-F238E27FC236}">
                <a16:creationId xmlns:a16="http://schemas.microsoft.com/office/drawing/2014/main" id="{A9BB9FC5-1A7B-4786-B512-8BF1AF43F00F}"/>
              </a:ext>
            </a:extLst>
          </p:cNvPr>
          <p:cNvSpPr>
            <a:spLocks noGrp="1"/>
          </p:cNvSpPr>
          <p:nvPr>
            <p:ph idx="11"/>
          </p:nvPr>
        </p:nvSpPr>
        <p:spPr>
          <a:xfrm>
            <a:off x="8173436" y="1629110"/>
            <a:ext cx="4041648" cy="4638252"/>
          </a:xfrm>
        </p:spPr>
        <p:txBody>
          <a:bodyPr vert="horz" lIns="685800" tIns="457200" rIns="685800" bIns="457200" numCol="1" spcCol="0" rtlCol="0">
            <a:normAutofit/>
          </a:bodyPr>
          <a:lstStyle>
            <a:lvl1pPr>
              <a:defRPr lang="en-US" sz="2400" smtClean="0">
                <a:latin typeface="Arial" panose="020B0604020202020204" pitchFamily="34" charset="0"/>
                <a:cs typeface="Arial" panose="020B0604020202020204" pitchFamily="34" charset="0"/>
              </a:defRPr>
            </a:lvl1pPr>
            <a:lvl2pPr>
              <a:defRPr lang="en-US" sz="2000" smtClean="0">
                <a:latin typeface="Arial" panose="020B0604020202020204" pitchFamily="34" charset="0"/>
                <a:cs typeface="Arial" panose="020B0604020202020204" pitchFamily="34" charset="0"/>
              </a:defRPr>
            </a:lvl2pPr>
            <a:lvl3pPr>
              <a:defRPr lang="en-US" sz="1800" smtClean="0">
                <a:latin typeface="Arial" panose="020B0604020202020204" pitchFamily="34" charset="0"/>
                <a:cs typeface="Arial" panose="020B0604020202020204" pitchFamily="34" charset="0"/>
              </a:defRPr>
            </a:lvl3pPr>
            <a:lvl4pPr>
              <a:defRPr lang="en-US" sz="1600" smtClean="0">
                <a:latin typeface="Arial" panose="020B0604020202020204" pitchFamily="34" charset="0"/>
                <a:cs typeface="Arial" panose="020B0604020202020204" pitchFamily="34" charset="0"/>
              </a:defRPr>
            </a:lvl4pPr>
            <a:lvl5pPr>
              <a:defRPr lang="en-US">
                <a:latin typeface="Arial" panose="020B0604020202020204" pitchFamily="34" charset="0"/>
                <a:cs typeface="Arial" panose="020B0604020202020204" pitchFamily="34" charset="0"/>
              </a:defRPr>
            </a:lvl5pPr>
          </a:lstStyle>
          <a:p>
            <a:pPr marL="342900" lvl="0" indent="-342900">
              <a:buFont typeface="Wingdings" panose="05000000000000000000" pitchFamily="2" charset="2"/>
              <a:buChar char="§"/>
            </a:pPr>
            <a:r>
              <a:rPr lang="en-US"/>
              <a:t>Click to edit Master text styles</a:t>
            </a:r>
          </a:p>
          <a:p>
            <a:pPr marL="342900" lvl="1" indent="-342900">
              <a:buFont typeface="Wingdings" panose="05000000000000000000" pitchFamily="2" charset="2"/>
              <a:buChar char="§"/>
            </a:pPr>
            <a:r>
              <a:rPr lang="en-US"/>
              <a:t>Second level</a:t>
            </a:r>
          </a:p>
          <a:p>
            <a:pPr marL="342900" lvl="2" indent="-342900">
              <a:buFont typeface="Wingdings" panose="05000000000000000000" pitchFamily="2" charset="2"/>
              <a:buChar char="§"/>
            </a:pPr>
            <a:r>
              <a:rPr lang="en-US"/>
              <a:t>Third level</a:t>
            </a:r>
          </a:p>
          <a:p>
            <a:pPr marL="342900" lvl="3" indent="-342900">
              <a:buFont typeface="Wingdings" panose="05000000000000000000" pitchFamily="2" charset="2"/>
              <a:buChar char="§"/>
            </a:pPr>
            <a:r>
              <a:rPr lang="en-US"/>
              <a:t>Fourth level</a:t>
            </a:r>
          </a:p>
          <a:p>
            <a:pPr marL="342900" lvl="4" indent="-342900">
              <a:buFont typeface="Wingdings" panose="05000000000000000000" pitchFamily="2" charset="2"/>
              <a:buChar char="§"/>
            </a:pPr>
            <a:r>
              <a:rPr lang="en-US"/>
              <a:t>Fifth level</a:t>
            </a:r>
            <a:endParaRPr lang="en-US" dirty="0"/>
          </a:p>
        </p:txBody>
      </p:sp>
    </p:spTree>
    <p:extLst>
      <p:ext uri="{BB962C8B-B14F-4D97-AF65-F5344CB8AC3E}">
        <p14:creationId xmlns:p14="http://schemas.microsoft.com/office/powerpoint/2010/main" val="42328463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47E51-10F4-4A5E-8740-B347C3F6D2B3}"/>
              </a:ext>
            </a:extLst>
          </p:cNvPr>
          <p:cNvSpPr>
            <a:spLocks noGrp="1"/>
          </p:cNvSpPr>
          <p:nvPr>
            <p:ph type="title" hasCustomPrompt="1"/>
          </p:nvPr>
        </p:nvSpPr>
        <p:spPr>
          <a:xfrm>
            <a:off x="0" y="-7558"/>
            <a:ext cx="12188952" cy="1015663"/>
          </a:xfrm>
          <a:solidFill>
            <a:srgbClr val="1E4D2B"/>
          </a:solidFill>
        </p:spPr>
        <p:txBody>
          <a:bodyPr vert="horz" wrap="square" lIns="228600" tIns="228600" rIns="228600" bIns="228600" rtlCol="0" anchor="t">
            <a:spAutoFit/>
          </a:bodyPr>
          <a:lstStyle>
            <a:lvl1pPr>
              <a:defRPr lang="en-US" sz="4000" dirty="0">
                <a:solidFill>
                  <a:schemeClr val="bg1"/>
                </a:solidFill>
                <a:latin typeface="Arial" panose="020B0604020202020204" pitchFamily="34" charset="0"/>
                <a:ea typeface="+mn-ea"/>
                <a:cs typeface="Arial" panose="020B0604020202020204" pitchFamily="34" charset="0"/>
              </a:defRPr>
            </a:lvl1pPr>
          </a:lstStyle>
          <a:p>
            <a:pPr marL="0" lvl="0" indent="0">
              <a:spcBef>
                <a:spcPts val="1000"/>
              </a:spcBef>
              <a:buFont typeface="Wingdings" panose="05000000000000000000" pitchFamily="2" charset="2"/>
            </a:pPr>
            <a:r>
              <a:rPr lang="en-US" dirty="0"/>
              <a:t>Title</a:t>
            </a:r>
          </a:p>
        </p:txBody>
      </p:sp>
      <p:sp>
        <p:nvSpPr>
          <p:cNvPr id="7" name="Content Placeholder 2">
            <a:extLst>
              <a:ext uri="{FF2B5EF4-FFF2-40B4-BE49-F238E27FC236}">
                <a16:creationId xmlns:a16="http://schemas.microsoft.com/office/drawing/2014/main" id="{AC06E12F-A9B7-49E2-8BC9-6A837E2CE657}"/>
              </a:ext>
            </a:extLst>
          </p:cNvPr>
          <p:cNvSpPr>
            <a:spLocks noGrp="1"/>
          </p:cNvSpPr>
          <p:nvPr>
            <p:ph idx="1"/>
          </p:nvPr>
        </p:nvSpPr>
        <p:spPr>
          <a:xfrm>
            <a:off x="-16689" y="1613066"/>
            <a:ext cx="6501384" cy="4645152"/>
          </a:xfrm>
        </p:spPr>
        <p:txBody>
          <a:bodyPr vert="horz" lIns="685800" tIns="457200" rIns="685800" bIns="457200" numCol="1" spcCol="0" rtlCol="0">
            <a:normAutofit/>
          </a:bodyPr>
          <a:lstStyle>
            <a:lvl1pPr>
              <a:defRPr lang="en-US" sz="2000" dirty="0" smtClean="0">
                <a:latin typeface="Arial" panose="020B0604020202020204" pitchFamily="34" charset="0"/>
                <a:cs typeface="Arial" panose="020B0604020202020204" pitchFamily="34" charset="0"/>
              </a:defRPr>
            </a:lvl1pPr>
            <a:lvl2pPr>
              <a:defRPr lang="en-US" sz="1800" dirty="0" smtClean="0">
                <a:latin typeface="Arial" panose="020B0604020202020204" pitchFamily="34" charset="0"/>
                <a:cs typeface="Arial" panose="020B0604020202020204" pitchFamily="34" charset="0"/>
              </a:defRPr>
            </a:lvl2pPr>
            <a:lvl3pPr>
              <a:defRPr lang="en-US" sz="1600" dirty="0" smtClean="0">
                <a:latin typeface="Arial" panose="020B0604020202020204" pitchFamily="34" charset="0"/>
                <a:cs typeface="Arial" panose="020B0604020202020204" pitchFamily="34" charset="0"/>
              </a:defRPr>
            </a:lvl3pPr>
            <a:lvl4pPr>
              <a:defRPr lang="en-US" sz="1400" smtClean="0">
                <a:latin typeface="Arial" panose="020B0604020202020204" pitchFamily="34" charset="0"/>
                <a:cs typeface="Arial" panose="020B0604020202020204" pitchFamily="34" charset="0"/>
              </a:defRPr>
            </a:lvl4pPr>
            <a:lvl5pPr>
              <a:defRPr lang="en-US">
                <a:latin typeface="Arial" panose="020B0604020202020204" pitchFamily="34" charset="0"/>
                <a:cs typeface="Arial" panose="020B0604020202020204" pitchFamily="34" charset="0"/>
              </a:defRPr>
            </a:lvl5pPr>
          </a:lstStyle>
          <a:p>
            <a:pPr marL="342900" lvl="0" indent="-342900">
              <a:buFont typeface="Wingdings" panose="05000000000000000000" pitchFamily="2" charset="2"/>
              <a:buChar char="§"/>
            </a:pPr>
            <a:r>
              <a:rPr lang="en-US"/>
              <a:t>Click to edit Master text styles</a:t>
            </a:r>
          </a:p>
          <a:p>
            <a:pPr marL="342900" lvl="1" indent="-342900">
              <a:buFont typeface="Wingdings" panose="05000000000000000000" pitchFamily="2" charset="2"/>
              <a:buChar char="§"/>
            </a:pPr>
            <a:r>
              <a:rPr lang="en-US"/>
              <a:t>Second level</a:t>
            </a:r>
          </a:p>
          <a:p>
            <a:pPr marL="342900" lvl="2" indent="-342900">
              <a:buFont typeface="Wingdings" panose="05000000000000000000" pitchFamily="2" charset="2"/>
              <a:buChar char="§"/>
            </a:pPr>
            <a:r>
              <a:rPr lang="en-US"/>
              <a:t>Third level</a:t>
            </a:r>
          </a:p>
          <a:p>
            <a:pPr marL="342900" lvl="3" indent="-342900">
              <a:buFont typeface="Wingdings" panose="05000000000000000000" pitchFamily="2" charset="2"/>
              <a:buChar char="§"/>
            </a:pPr>
            <a:r>
              <a:rPr lang="en-US"/>
              <a:t>Fourth level</a:t>
            </a:r>
          </a:p>
          <a:p>
            <a:pPr marL="342900" lvl="4" indent="-342900">
              <a:buFont typeface="Wingdings" panose="05000000000000000000" pitchFamily="2" charset="2"/>
              <a:buChar char="§"/>
            </a:pPr>
            <a:r>
              <a:rPr lang="en-US"/>
              <a:t>Fifth level</a:t>
            </a:r>
            <a:endParaRPr lang="en-US" dirty="0"/>
          </a:p>
        </p:txBody>
      </p:sp>
      <p:sp>
        <p:nvSpPr>
          <p:cNvPr id="8" name="Content Placeholder 3">
            <a:extLst>
              <a:ext uri="{FF2B5EF4-FFF2-40B4-BE49-F238E27FC236}">
                <a16:creationId xmlns:a16="http://schemas.microsoft.com/office/drawing/2014/main" id="{402D751D-5497-40E7-9A45-F6E297823307}"/>
              </a:ext>
            </a:extLst>
          </p:cNvPr>
          <p:cNvSpPr>
            <a:spLocks noGrp="1"/>
          </p:cNvSpPr>
          <p:nvPr>
            <p:ph idx="10"/>
          </p:nvPr>
        </p:nvSpPr>
        <p:spPr>
          <a:xfrm>
            <a:off x="6484695" y="1616452"/>
            <a:ext cx="5687568" cy="4645152"/>
          </a:xfrm>
        </p:spPr>
        <p:txBody>
          <a:bodyPr vert="horz" lIns="685800" tIns="457200" rIns="685800" bIns="457200" numCol="1" spcCol="0" rtlCol="0">
            <a:normAutofit/>
          </a:bodyPr>
          <a:lstStyle>
            <a:lvl1pPr>
              <a:defRPr lang="en-US" sz="2000" dirty="0" smtClean="0">
                <a:latin typeface="Arial" panose="020B0604020202020204" pitchFamily="34" charset="0"/>
                <a:cs typeface="Arial" panose="020B0604020202020204" pitchFamily="34" charset="0"/>
              </a:defRPr>
            </a:lvl1pPr>
            <a:lvl2pPr>
              <a:defRPr lang="en-US" sz="1800" dirty="0" smtClean="0">
                <a:latin typeface="Arial" panose="020B0604020202020204" pitchFamily="34" charset="0"/>
                <a:cs typeface="Arial" panose="020B0604020202020204" pitchFamily="34" charset="0"/>
              </a:defRPr>
            </a:lvl2pPr>
            <a:lvl3pPr>
              <a:defRPr lang="en-US" sz="1600" dirty="0" smtClean="0">
                <a:latin typeface="Arial" panose="020B0604020202020204" pitchFamily="34" charset="0"/>
                <a:cs typeface="Arial" panose="020B0604020202020204" pitchFamily="34" charset="0"/>
              </a:defRPr>
            </a:lvl3pPr>
            <a:lvl4pPr>
              <a:defRPr lang="en-US" sz="1400" smtClean="0">
                <a:latin typeface="Arial" panose="020B0604020202020204" pitchFamily="34" charset="0"/>
                <a:cs typeface="Arial" panose="020B0604020202020204" pitchFamily="34" charset="0"/>
              </a:defRPr>
            </a:lvl4pPr>
            <a:lvl5pPr>
              <a:defRPr lang="en-US">
                <a:latin typeface="Arial" panose="020B0604020202020204" pitchFamily="34" charset="0"/>
                <a:cs typeface="Arial" panose="020B0604020202020204" pitchFamily="34" charset="0"/>
              </a:defRPr>
            </a:lvl5pPr>
          </a:lstStyle>
          <a:p>
            <a:pPr marL="342900" lvl="0" indent="-342900">
              <a:buFont typeface="Wingdings" panose="05000000000000000000" pitchFamily="2" charset="2"/>
              <a:buChar char="§"/>
            </a:pPr>
            <a:r>
              <a:rPr lang="en-US"/>
              <a:t>Click to edit Master text styles</a:t>
            </a:r>
          </a:p>
          <a:p>
            <a:pPr marL="342900" lvl="1" indent="-342900">
              <a:buFont typeface="Wingdings" panose="05000000000000000000" pitchFamily="2" charset="2"/>
              <a:buChar char="§"/>
            </a:pPr>
            <a:r>
              <a:rPr lang="en-US"/>
              <a:t>Second level</a:t>
            </a:r>
          </a:p>
          <a:p>
            <a:pPr marL="342900" lvl="2" indent="-342900">
              <a:buFont typeface="Wingdings" panose="05000000000000000000" pitchFamily="2" charset="2"/>
              <a:buChar char="§"/>
            </a:pPr>
            <a:r>
              <a:rPr lang="en-US"/>
              <a:t>Third level</a:t>
            </a:r>
          </a:p>
          <a:p>
            <a:pPr marL="342900" lvl="3" indent="-342900">
              <a:buFont typeface="Wingdings" panose="05000000000000000000" pitchFamily="2" charset="2"/>
              <a:buChar char="§"/>
            </a:pPr>
            <a:r>
              <a:rPr lang="en-US"/>
              <a:t>Fourth level</a:t>
            </a:r>
          </a:p>
          <a:p>
            <a:pPr marL="342900" lvl="4" indent="-342900">
              <a:buFont typeface="Wingdings" panose="05000000000000000000" pitchFamily="2" charset="2"/>
              <a:buChar char="§"/>
            </a:pPr>
            <a:r>
              <a:rPr lang="en-US"/>
              <a:t>Fifth level</a:t>
            </a:r>
            <a:endParaRPr lang="en-US" dirty="0"/>
          </a:p>
        </p:txBody>
      </p:sp>
    </p:spTree>
    <p:extLst>
      <p:ext uri="{BB962C8B-B14F-4D97-AF65-F5344CB8AC3E}">
        <p14:creationId xmlns:p14="http://schemas.microsoft.com/office/powerpoint/2010/main" val="831672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267AD-B4B1-49D3-B52A-AFD2B52F31DF}"/>
              </a:ext>
            </a:extLst>
          </p:cNvPr>
          <p:cNvSpPr>
            <a:spLocks noGrp="1"/>
          </p:cNvSpPr>
          <p:nvPr>
            <p:ph type="title" hasCustomPrompt="1"/>
          </p:nvPr>
        </p:nvSpPr>
        <p:spPr>
          <a:xfrm>
            <a:off x="20057" y="2073609"/>
            <a:ext cx="7031736" cy="1161288"/>
          </a:xfrm>
          <a:prstGeom prst="rect">
            <a:avLst/>
          </a:prstGeom>
        </p:spPr>
        <p:txBody>
          <a:bodyPr lIns="685800" tIns="228600" rIns="228600" bIns="228600"/>
          <a:lstStyle>
            <a:lvl1pPr>
              <a:defRPr lang="en-US" sz="4200" baseline="0">
                <a:solidFill>
                  <a:schemeClr val="bg1"/>
                </a:solidFill>
                <a:latin typeface="Arial" panose="020B0604020202020204" pitchFamily="34" charset="0"/>
                <a:ea typeface="+mn-ea"/>
                <a:cs typeface="+mn-cs"/>
              </a:defRPr>
            </a:lvl1pPr>
          </a:lstStyle>
          <a:p>
            <a:pPr marL="0" lvl="0" indent="0">
              <a:lnSpc>
                <a:spcPct val="100000"/>
              </a:lnSpc>
              <a:spcBef>
                <a:spcPts val="0"/>
              </a:spcBef>
              <a:buFont typeface="Arial" panose="020B0604020202020204" pitchFamily="34" charset="0"/>
            </a:pPr>
            <a:r>
              <a:rPr lang="en-US" dirty="0"/>
              <a:t>Title</a:t>
            </a:r>
          </a:p>
        </p:txBody>
      </p:sp>
      <p:sp>
        <p:nvSpPr>
          <p:cNvPr id="3" name="Subtitle 2">
            <a:extLst>
              <a:ext uri="{FF2B5EF4-FFF2-40B4-BE49-F238E27FC236}">
                <a16:creationId xmlns:a16="http://schemas.microsoft.com/office/drawing/2014/main" id="{1BB79187-B58F-4AA3-B80B-4D16EF744D22}"/>
              </a:ext>
            </a:extLst>
          </p:cNvPr>
          <p:cNvSpPr>
            <a:spLocks noGrp="1"/>
          </p:cNvSpPr>
          <p:nvPr>
            <p:ph type="subTitle" idx="1"/>
          </p:nvPr>
        </p:nvSpPr>
        <p:spPr>
          <a:xfrm>
            <a:off x="570623" y="3234897"/>
            <a:ext cx="6336792" cy="457200"/>
          </a:xfrm>
          <a:prstGeom prst="rect">
            <a:avLst/>
          </a:prstGeom>
        </p:spPr>
        <p:txBody>
          <a:bodyPr/>
          <a:lstStyle>
            <a:lvl1pPr>
              <a:defRPr lang="en-US" sz="1800">
                <a:solidFill>
                  <a:schemeClr val="bg1"/>
                </a:solidFill>
                <a:latin typeface="Arial" panose="020B0604020202020204" pitchFamily="34" charset="0"/>
                <a:cs typeface="Arial" panose="020B0604020202020204" pitchFamily="34" charset="0"/>
              </a:defRPr>
            </a:lvl1pPr>
          </a:lstStyle>
          <a:p>
            <a:pPr marL="0" lvl="0" indent="0">
              <a:buNone/>
            </a:pPr>
            <a:r>
              <a:rPr lang="en-US" dirty="0"/>
              <a:t>Click to edit Master subtitle style</a:t>
            </a:r>
          </a:p>
        </p:txBody>
      </p:sp>
      <p:sp>
        <p:nvSpPr>
          <p:cNvPr id="4" name="object 64">
            <a:extLst>
              <a:ext uri="{FF2B5EF4-FFF2-40B4-BE49-F238E27FC236}">
                <a16:creationId xmlns:a16="http://schemas.microsoft.com/office/drawing/2014/main" id="{93EF0DFE-F9E5-4187-9C1E-A609FC70BAA4}"/>
              </a:ext>
            </a:extLst>
          </p:cNvPr>
          <p:cNvSpPr/>
          <p:nvPr userDrawn="1"/>
        </p:nvSpPr>
        <p:spPr>
          <a:xfrm flipV="1">
            <a:off x="633568" y="3177890"/>
            <a:ext cx="939800" cy="45719"/>
          </a:xfrm>
          <a:custGeom>
            <a:avLst/>
            <a:gdLst/>
            <a:ahLst/>
            <a:cxnLst/>
            <a:rect l="l" t="t" r="r" b="b"/>
            <a:pathLst>
              <a:path w="939800">
                <a:moveTo>
                  <a:pt x="0" y="0"/>
                </a:moveTo>
                <a:lnTo>
                  <a:pt x="939800" y="0"/>
                </a:lnTo>
              </a:path>
            </a:pathLst>
          </a:custGeom>
          <a:ln w="12700">
            <a:solidFill>
              <a:schemeClr val="accent2"/>
            </a:solidFill>
          </a:ln>
        </p:spPr>
        <p:txBody>
          <a:bodyPr wrap="square" lIns="0" tIns="0" rIns="0" bIns="0" rtlCol="0"/>
          <a:lstStyle/>
          <a:p>
            <a:endParaRPr/>
          </a:p>
        </p:txBody>
      </p:sp>
    </p:spTree>
    <p:extLst>
      <p:ext uri="{BB962C8B-B14F-4D97-AF65-F5344CB8AC3E}">
        <p14:creationId xmlns:p14="http://schemas.microsoft.com/office/powerpoint/2010/main" val="427366114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5.xml"/><Relationship Id="rId5" Type="http://schemas.openxmlformats.org/officeDocument/2006/relationships/image" Target="../media/image3.png"/><Relationship Id="rId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7B83B1-DB8F-4F42-893B-3D1A4E498F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5D7FB3D-1DA9-459A-A9C5-80F7BFE722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9E3C8D06-C675-40F1-A8D1-39054633B3AF}"/>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9836094" y="6214197"/>
            <a:ext cx="2258677" cy="551160"/>
          </a:xfrm>
          <a:prstGeom prst="rect">
            <a:avLst/>
          </a:prstGeom>
        </p:spPr>
      </p:pic>
    </p:spTree>
    <p:extLst>
      <p:ext uri="{BB962C8B-B14F-4D97-AF65-F5344CB8AC3E}">
        <p14:creationId xmlns:p14="http://schemas.microsoft.com/office/powerpoint/2010/main" val="1509268682"/>
      </p:ext>
    </p:extLst>
  </p:cSld>
  <p:clrMap bg1="lt1" tx1="dk1" bg2="lt2" tx2="dk2" accent1="accent1" accent2="accent2" accent3="accent3" accent4="accent4" accent5="accent5" accent6="accent6" hlink="hlink" folHlink="folHlink"/>
  <p:sldLayoutIdLst>
    <p:sldLayoutId id="2147483652" r:id="rId1"/>
    <p:sldLayoutId id="2147483655" r:id="rId2"/>
    <p:sldLayoutId id="2147483656" r:id="rId3"/>
    <p:sldLayoutId id="2147483660"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4A454DB7-A73F-40C4-A0D2-93123167F1BE}"/>
              </a:ext>
            </a:extLst>
          </p:cNvPr>
          <p:cNvSpPr/>
          <p:nvPr userDrawn="1"/>
        </p:nvSpPr>
        <p:spPr>
          <a:xfrm>
            <a:off x="0" y="0"/>
            <a:ext cx="12192000" cy="6858000"/>
          </a:xfrm>
          <a:custGeom>
            <a:avLst/>
            <a:gdLst/>
            <a:ahLst/>
            <a:cxnLst/>
            <a:rect l="l" t="t" r="r" b="b"/>
            <a:pathLst>
              <a:path w="12433300" h="6997700">
                <a:moveTo>
                  <a:pt x="0" y="6997700"/>
                </a:moveTo>
                <a:lnTo>
                  <a:pt x="12433300" y="6997700"/>
                </a:lnTo>
                <a:lnTo>
                  <a:pt x="12433300" y="0"/>
                </a:lnTo>
                <a:lnTo>
                  <a:pt x="0" y="0"/>
                </a:lnTo>
                <a:lnTo>
                  <a:pt x="0" y="6997700"/>
                </a:lnTo>
                <a:close/>
              </a:path>
            </a:pathLst>
          </a:custGeom>
          <a:solidFill>
            <a:srgbClr val="1E4D2B"/>
          </a:solidFill>
        </p:spPr>
        <p:txBody>
          <a:bodyPr wrap="square" lIns="0" tIns="0" rIns="0" bIns="0" rtlCol="0"/>
          <a:lstStyle/>
          <a:p>
            <a:endParaRPr/>
          </a:p>
        </p:txBody>
      </p:sp>
      <p:sp>
        <p:nvSpPr>
          <p:cNvPr id="8" name="object 3">
            <a:extLst>
              <a:ext uri="{FF2B5EF4-FFF2-40B4-BE49-F238E27FC236}">
                <a16:creationId xmlns:a16="http://schemas.microsoft.com/office/drawing/2014/main" id="{80E9EB47-13D9-4E9A-B8E7-21D64C865CF3}"/>
              </a:ext>
            </a:extLst>
          </p:cNvPr>
          <p:cNvSpPr/>
          <p:nvPr userDrawn="1"/>
        </p:nvSpPr>
        <p:spPr>
          <a:xfrm>
            <a:off x="6222491" y="0"/>
            <a:ext cx="5969509" cy="6839335"/>
          </a:xfrm>
          <a:prstGeom prst="rect">
            <a:avLst/>
          </a:prstGeom>
          <a:blipFill>
            <a:blip r:embed="rId3" cstate="print">
              <a:extLst>
                <a:ext uri="{BEBA8EAE-BF5A-486C-A8C5-ECC9F3942E4B}">
                  <a14:imgProps xmlns:a14="http://schemas.microsoft.com/office/drawing/2010/main">
                    <a14:imgLayer r:embed="rId4">
                      <a14:imgEffect>
                        <a14:brightnessContrast contrast="-70000"/>
                      </a14:imgEffect>
                    </a14:imgLayer>
                  </a14:imgProps>
                </a:ext>
              </a:extLst>
            </a:blip>
            <a:stretch>
              <a:fillRect/>
            </a:stretch>
          </a:blipFill>
        </p:spPr>
        <p:txBody>
          <a:bodyPr wrap="square" lIns="0" tIns="0" rIns="0" bIns="0" rtlCol="0"/>
          <a:lstStyle/>
          <a:p>
            <a:endParaRPr dirty="0"/>
          </a:p>
        </p:txBody>
      </p:sp>
      <p:pic>
        <p:nvPicPr>
          <p:cNvPr id="9" name="Picture 8">
            <a:extLst>
              <a:ext uri="{FF2B5EF4-FFF2-40B4-BE49-F238E27FC236}">
                <a16:creationId xmlns:a16="http://schemas.microsoft.com/office/drawing/2014/main" id="{92E8F1D3-5FD1-4707-B053-C7386CD9C388}"/>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8730114" y="5991173"/>
            <a:ext cx="3461886" cy="848162"/>
          </a:xfrm>
          <a:prstGeom prst="rect">
            <a:avLst/>
          </a:prstGeom>
        </p:spPr>
      </p:pic>
    </p:spTree>
    <p:extLst>
      <p:ext uri="{BB962C8B-B14F-4D97-AF65-F5344CB8AC3E}">
        <p14:creationId xmlns:p14="http://schemas.microsoft.com/office/powerpoint/2010/main" val="1724814910"/>
      </p:ext>
    </p:extLst>
  </p:cSld>
  <p:clrMap bg1="lt1" tx1="dk1" bg2="lt2" tx2="dk2" accent1="accent1" accent2="accent2" accent3="accent3" accent4="accent4" accent5="accent5" accent6="accent6" hlink="hlink" folHlink="folHlink"/>
  <p:sldLayoutIdLst>
    <p:sldLayoutId id="214748366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BE079-E601-4C76-BE39-9EECF0DD54F1}"/>
              </a:ext>
            </a:extLst>
          </p:cNvPr>
          <p:cNvSpPr>
            <a:spLocks noGrp="1"/>
          </p:cNvSpPr>
          <p:nvPr>
            <p:ph type="title"/>
          </p:nvPr>
        </p:nvSpPr>
        <p:spPr/>
        <p:txBody>
          <a:bodyPr/>
          <a:lstStyle/>
          <a:p>
            <a:r>
              <a:rPr lang="en-US" dirty="0"/>
              <a:t>Business Profile Assignment (BPA) Instructions</a:t>
            </a:r>
          </a:p>
        </p:txBody>
      </p:sp>
      <p:sp>
        <p:nvSpPr>
          <p:cNvPr id="3" name="Content Placeholder 2">
            <a:extLst>
              <a:ext uri="{FF2B5EF4-FFF2-40B4-BE49-F238E27FC236}">
                <a16:creationId xmlns:a16="http://schemas.microsoft.com/office/drawing/2014/main" id="{ADDCF111-9D3D-456A-8EA0-07182249C513}"/>
              </a:ext>
            </a:extLst>
          </p:cNvPr>
          <p:cNvSpPr>
            <a:spLocks noGrp="1"/>
          </p:cNvSpPr>
          <p:nvPr>
            <p:ph idx="1"/>
          </p:nvPr>
        </p:nvSpPr>
        <p:spPr>
          <a:xfrm>
            <a:off x="319454" y="1077491"/>
            <a:ext cx="11620500" cy="4351338"/>
          </a:xfrm>
        </p:spPr>
        <p:txBody>
          <a:bodyPr>
            <a:noAutofit/>
          </a:bodyPr>
          <a:lstStyle/>
          <a:p>
            <a:pPr marL="0" indent="0">
              <a:buNone/>
            </a:pPr>
            <a:r>
              <a:rPr lang="en-US" sz="1800" dirty="0">
                <a:latin typeface="Arial" panose="020B0604020202020204" pitchFamily="34" charset="0"/>
                <a:cs typeface="Arial" panose="020B0604020202020204" pitchFamily="34" charset="0"/>
              </a:rPr>
              <a:t>You will use this deck for this template for this week’s assignment. You will turn in this PowerPoint file as your homework submission. With each subsequent assignment, please include the “Student Name” and “Business Profile – Overview” slides with your submission. Here are some points to remember when using this template:</a:t>
            </a:r>
          </a:p>
          <a:p>
            <a:r>
              <a:rPr lang="en-US" sz="1800" dirty="0">
                <a:latin typeface="Arial" panose="020B0604020202020204" pitchFamily="34" charset="0"/>
                <a:cs typeface="Arial" panose="020B0604020202020204" pitchFamily="34" charset="0"/>
              </a:rPr>
              <a:t>You must use the same company for all assignments. Preferably, this is the company you currently work for.  However, if you are not working at the moment, or your company just doesn’t work well for these assignments (i.e. government agencies, small volunteer organizations) then select a company in an industry that interests you or that you would like to work for.</a:t>
            </a:r>
          </a:p>
          <a:p>
            <a:r>
              <a:rPr lang="en-US" sz="1800" dirty="0">
                <a:latin typeface="Arial" panose="020B0604020202020204" pitchFamily="34" charset="0"/>
                <a:cs typeface="Arial" panose="020B0604020202020204" pitchFamily="34" charset="0"/>
              </a:rPr>
              <a:t>These assignments are built around the company you work for to maximize your ability to apply the content to a familiar context.  However, it’s a challenge for ICs that may not be as familiar with your organization.  Provide additional detail, additional notes, or anything else that can help your IC grade the assignment either in slide notes or in additional slides.</a:t>
            </a:r>
          </a:p>
          <a:p>
            <a:r>
              <a:rPr lang="en-US" sz="1800" dirty="0">
                <a:latin typeface="Arial" panose="020B0604020202020204" pitchFamily="34" charset="0"/>
                <a:cs typeface="Arial" panose="020B0604020202020204" pitchFamily="34" charset="0"/>
              </a:rPr>
              <a:t>There are notes on each slide indicating which assignment that slide is a part of to make it easy for you to know when each slide needs to be completed.  The slide notes may also contain additional instructions – make sure you read them!</a:t>
            </a:r>
          </a:p>
          <a:p>
            <a:r>
              <a:rPr lang="en-US" sz="1800" dirty="0">
                <a:latin typeface="Arial" panose="020B0604020202020204" pitchFamily="34" charset="0"/>
                <a:cs typeface="Arial" panose="020B0604020202020204" pitchFamily="34" charset="0"/>
              </a:rPr>
              <a:t>If additional space is necessary, you may insert additional slides and/or use the notes option, just make it clear to your IC that the content is continued on the next slide.</a:t>
            </a:r>
          </a:p>
          <a:p>
            <a:pPr marL="0" indent="0">
              <a:buNone/>
            </a:pPr>
            <a:r>
              <a:rPr lang="en-US" sz="1800" b="1" dirty="0">
                <a:latin typeface="Arial" panose="020B0604020202020204" pitchFamily="34" charset="0"/>
                <a:cs typeface="Arial" panose="020B0604020202020204" pitchFamily="34" charset="0"/>
              </a:rPr>
              <a:t>FILE NAMING</a:t>
            </a:r>
            <a:endParaRPr lang="en-US" sz="1800" dirty="0">
              <a:latin typeface="Arial" panose="020B0604020202020204" pitchFamily="34" charset="0"/>
              <a:cs typeface="Arial" panose="020B0604020202020204" pitchFamily="34" charset="0"/>
            </a:endParaRPr>
          </a:p>
          <a:p>
            <a:r>
              <a:rPr lang="en-US" sz="1800" dirty="0">
                <a:latin typeface="Arial" panose="020B0604020202020204" pitchFamily="34" charset="0"/>
                <a:cs typeface="Arial" panose="020B0604020202020204" pitchFamily="34" charset="0"/>
              </a:rPr>
              <a:t>Please follow the file naming convention below.  This helps your IC find your assignment easily: LASTNAME.FIRSTNAME.ASSIGNMENTNAME. Example: PORTER.MICHAEL.BPA</a:t>
            </a:r>
          </a:p>
          <a:p>
            <a:pPr marL="0" indent="0">
              <a:buNone/>
            </a:pPr>
            <a:r>
              <a:rPr lang="en-US" sz="18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323035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BE079-E601-4C76-BE39-9EECF0DD54F1}"/>
              </a:ext>
            </a:extLst>
          </p:cNvPr>
          <p:cNvSpPr>
            <a:spLocks noGrp="1"/>
          </p:cNvSpPr>
          <p:nvPr>
            <p:ph type="title"/>
          </p:nvPr>
        </p:nvSpPr>
        <p:spPr/>
        <p:txBody>
          <a:bodyPr/>
          <a:lstStyle/>
          <a:p>
            <a:r>
              <a:rPr lang="en-US"/>
              <a:t>Assignment Grading Criteria</a:t>
            </a:r>
          </a:p>
        </p:txBody>
      </p:sp>
      <p:graphicFrame>
        <p:nvGraphicFramePr>
          <p:cNvPr id="8" name="Table 7">
            <a:extLst>
              <a:ext uri="{FF2B5EF4-FFF2-40B4-BE49-F238E27FC236}">
                <a16:creationId xmlns:a16="http://schemas.microsoft.com/office/drawing/2014/main" id="{109D9E67-73BA-135C-15F0-5744BA094DCA}"/>
              </a:ext>
            </a:extLst>
          </p:cNvPr>
          <p:cNvGraphicFramePr>
            <a:graphicFrameLocks noGrp="1"/>
          </p:cNvGraphicFramePr>
          <p:nvPr/>
        </p:nvGraphicFramePr>
        <p:xfrm>
          <a:off x="248607" y="1549744"/>
          <a:ext cx="6029101" cy="4040173"/>
        </p:xfrm>
        <a:graphic>
          <a:graphicData uri="http://schemas.openxmlformats.org/drawingml/2006/table">
            <a:tbl>
              <a:tblPr/>
              <a:tblGrid>
                <a:gridCol w="4921270">
                  <a:extLst>
                    <a:ext uri="{9D8B030D-6E8A-4147-A177-3AD203B41FA5}">
                      <a16:colId xmlns:a16="http://schemas.microsoft.com/office/drawing/2014/main" val="2945378647"/>
                    </a:ext>
                  </a:extLst>
                </a:gridCol>
                <a:gridCol w="1107831">
                  <a:extLst>
                    <a:ext uri="{9D8B030D-6E8A-4147-A177-3AD203B41FA5}">
                      <a16:colId xmlns:a16="http://schemas.microsoft.com/office/drawing/2014/main" val="45585094"/>
                    </a:ext>
                  </a:extLst>
                </a:gridCol>
              </a:tblGrid>
              <a:tr h="64915">
                <a:tc gridSpan="2">
                  <a:txBody>
                    <a:bodyPr/>
                    <a:lstStyle/>
                    <a:p>
                      <a:pPr algn="ctr"/>
                      <a:r>
                        <a:rPr lang="en-US" sz="1800" b="1" dirty="0"/>
                        <a:t>Business Profile Assignment Rubric</a:t>
                      </a:r>
                    </a:p>
                  </a:txBody>
                  <a:tcPr marL="16229" marR="16229" marT="8114" marB="8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hMerge="1">
                  <a:txBody>
                    <a:bodyPr/>
                    <a:lstStyle/>
                    <a:p>
                      <a:endParaRPr lang="en-US"/>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73655088"/>
                  </a:ext>
                </a:extLst>
              </a:tr>
              <a:tr h="363258">
                <a:tc>
                  <a:txBody>
                    <a:bodyPr/>
                    <a:lstStyle/>
                    <a:p>
                      <a:pPr algn="ctr"/>
                      <a:r>
                        <a:rPr lang="en-US" sz="1400" b="1">
                          <a:effectLst/>
                          <a:highlight>
                            <a:srgbClr val="FFFFFF"/>
                          </a:highlight>
                        </a:rPr>
                        <a:t>Criteria</a:t>
                      </a:r>
                    </a:p>
                  </a:txBody>
                  <a:tcPr marL="16905" marR="16905" marT="11833" marB="118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sz="1400" b="1">
                          <a:effectLst/>
                          <a:highlight>
                            <a:srgbClr val="FFFFFF"/>
                          </a:highlight>
                        </a:rPr>
                        <a:t>Pts</a:t>
                      </a:r>
                    </a:p>
                  </a:txBody>
                  <a:tcPr marL="16905" marR="16905" marT="11833" marB="118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669659512"/>
                  </a:ext>
                </a:extLst>
              </a:tr>
              <a:tr h="834429">
                <a:tc>
                  <a:txBody>
                    <a:bodyPr/>
                    <a:lstStyle/>
                    <a:p>
                      <a:pPr fontAlgn="ctr"/>
                      <a:r>
                        <a:rPr lang="en-US" sz="1200" b="1">
                          <a:effectLst/>
                        </a:rPr>
                        <a:t>Business Profile</a:t>
                      </a:r>
                    </a:p>
                    <a:p>
                      <a:pPr fontAlgn="ctr"/>
                      <a:r>
                        <a:rPr lang="en-US" sz="1200" b="0">
                          <a:effectLst/>
                        </a:rPr>
                        <a:t>What’s your elevator pitch?</a:t>
                      </a:r>
                      <a:br>
                        <a:rPr lang="en-US" sz="1200" b="0">
                          <a:effectLst/>
                        </a:rPr>
                      </a:br>
                      <a:r>
                        <a:rPr lang="en-US" sz="1200" b="0">
                          <a:effectLst/>
                        </a:rPr>
                        <a:t>Be sure you provide sufficient detail for your IC to understand your business.</a:t>
                      </a:r>
                    </a:p>
                  </a:txBody>
                  <a:tcPr marL="16905" marR="16905" marT="11833" marB="118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sz="1400">
                          <a:effectLst/>
                        </a:rPr>
                        <a:t>10 pts</a:t>
                      </a:r>
                      <a:br>
                        <a:rPr lang="en-US" sz="1400">
                          <a:effectLst/>
                        </a:rPr>
                      </a:br>
                      <a:endParaRPr lang="en-US" sz="1400">
                        <a:effectLst/>
                      </a:endParaRPr>
                    </a:p>
                  </a:txBody>
                  <a:tcPr marL="16905" marR="16905" marT="11833" marB="118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112314360"/>
                  </a:ext>
                </a:extLst>
              </a:tr>
              <a:tr h="948707">
                <a:tc>
                  <a:txBody>
                    <a:bodyPr/>
                    <a:lstStyle/>
                    <a:p>
                      <a:pPr fontAlgn="ctr"/>
                      <a:r>
                        <a:rPr lang="en-US" sz="1200" b="1">
                          <a:effectLst/>
                        </a:rPr>
                        <a:t>Organization Structure</a:t>
                      </a:r>
                    </a:p>
                    <a:p>
                      <a:pPr fontAlgn="ctr"/>
                      <a:r>
                        <a:rPr lang="en-US" sz="1200" b="0">
                          <a:effectLst/>
                        </a:rPr>
                        <a:t>Provide company organizational structure.</a:t>
                      </a:r>
                      <a:br>
                        <a:rPr lang="en-US" sz="1200" b="0">
                          <a:effectLst/>
                        </a:rPr>
                      </a:br>
                      <a:r>
                        <a:rPr lang="en-US" sz="1200" b="0">
                          <a:effectLst/>
                        </a:rPr>
                        <a:t>Explain how your company is organized: is it a hierarchical organization? Flat organization?</a:t>
                      </a:r>
                      <a:br>
                        <a:rPr lang="en-US" sz="1200" b="0">
                          <a:effectLst/>
                        </a:rPr>
                      </a:br>
                      <a:r>
                        <a:rPr lang="en-US" sz="1200" b="0">
                          <a:effectLst/>
                        </a:rPr>
                        <a:t>Does the organizational structure facilitate meeting your objectives? Why?</a:t>
                      </a:r>
                      <a:br>
                        <a:rPr lang="en-US" sz="1200" b="0">
                          <a:effectLst/>
                        </a:rPr>
                      </a:br>
                      <a:r>
                        <a:rPr lang="en-US" sz="1200" b="0">
                          <a:effectLst/>
                        </a:rPr>
                        <a:t>Which functional areas are key to your organization’s success and why?</a:t>
                      </a:r>
                    </a:p>
                  </a:txBody>
                  <a:tcPr marL="16905" marR="16905" marT="11833" marB="118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sz="1400">
                          <a:effectLst/>
                        </a:rPr>
                        <a:t>35 pts</a:t>
                      </a:r>
                      <a:br>
                        <a:rPr lang="en-US" sz="1400">
                          <a:effectLst/>
                        </a:rPr>
                      </a:br>
                      <a:endParaRPr lang="en-US" sz="1400">
                        <a:effectLst/>
                      </a:endParaRPr>
                    </a:p>
                  </a:txBody>
                  <a:tcPr marL="16905" marR="16905" marT="11833" marB="118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91565112"/>
                  </a:ext>
                </a:extLst>
              </a:tr>
              <a:tr h="834429">
                <a:tc>
                  <a:txBody>
                    <a:bodyPr/>
                    <a:lstStyle/>
                    <a:p>
                      <a:pPr fontAlgn="ctr"/>
                      <a:r>
                        <a:rPr lang="en-US" sz="1200" b="1">
                          <a:effectLst/>
                        </a:rPr>
                        <a:t>Stakeholders</a:t>
                      </a:r>
                    </a:p>
                    <a:p>
                      <a:pPr fontAlgn="ctr"/>
                      <a:r>
                        <a:rPr lang="en-US" sz="1200" b="0">
                          <a:effectLst/>
                        </a:rPr>
                        <a:t>Who are some of the key stakeholders for your company?</a:t>
                      </a:r>
                      <a:br>
                        <a:rPr lang="en-US" sz="1200" b="0">
                          <a:effectLst/>
                        </a:rPr>
                      </a:br>
                      <a:r>
                        <a:rPr lang="en-US" sz="1200" b="0">
                          <a:effectLst/>
                        </a:rPr>
                        <a:t>What are ways that they influence your organization?</a:t>
                      </a:r>
                      <a:br>
                        <a:rPr lang="en-US" sz="1200" b="0">
                          <a:effectLst/>
                        </a:rPr>
                      </a:br>
                      <a:r>
                        <a:rPr lang="en-US" sz="1200" b="0">
                          <a:effectLst/>
                        </a:rPr>
                        <a:t>What are some examples of how they are critical to your organization’s success?</a:t>
                      </a:r>
                    </a:p>
                  </a:txBody>
                  <a:tcPr marL="16905" marR="16905" marT="11833" marB="118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sz="1400">
                          <a:effectLst/>
                        </a:rPr>
                        <a:t>35 pts</a:t>
                      </a:r>
                      <a:br>
                        <a:rPr lang="en-US" sz="1400">
                          <a:effectLst/>
                        </a:rPr>
                      </a:br>
                      <a:endParaRPr lang="en-US" sz="1400">
                        <a:effectLst/>
                      </a:endParaRPr>
                    </a:p>
                  </a:txBody>
                  <a:tcPr marL="16905" marR="16905" marT="11833" marB="118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86939744"/>
                  </a:ext>
                </a:extLst>
              </a:tr>
              <a:tr h="492926">
                <a:tc gridSpan="2">
                  <a:txBody>
                    <a:bodyPr/>
                    <a:lstStyle/>
                    <a:p>
                      <a:pPr algn="r"/>
                      <a:r>
                        <a:rPr lang="en-US" sz="1400" dirty="0">
                          <a:effectLst/>
                        </a:rPr>
                        <a:t>Total Points: 80</a:t>
                      </a:r>
                    </a:p>
                  </a:txBody>
                  <a:tcPr marL="16905" marR="16905" marT="11833" marB="118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278457049"/>
                  </a:ext>
                </a:extLst>
              </a:tr>
            </a:tbl>
          </a:graphicData>
        </a:graphic>
      </p:graphicFrame>
      <p:sp>
        <p:nvSpPr>
          <p:cNvPr id="10" name="TextBox 9">
            <a:extLst>
              <a:ext uri="{FF2B5EF4-FFF2-40B4-BE49-F238E27FC236}">
                <a16:creationId xmlns:a16="http://schemas.microsoft.com/office/drawing/2014/main" id="{773629AF-B4CC-3758-2F2D-74F80E79F1A9}"/>
              </a:ext>
            </a:extLst>
          </p:cNvPr>
          <p:cNvSpPr txBox="1"/>
          <p:nvPr/>
        </p:nvSpPr>
        <p:spPr>
          <a:xfrm>
            <a:off x="6756640" y="1256446"/>
            <a:ext cx="4888523" cy="4808752"/>
          </a:xfrm>
          <a:prstGeom prst="rect">
            <a:avLst/>
          </a:prstGeom>
          <a:noFill/>
        </p:spPr>
        <p:txBody>
          <a:bodyPr wrap="square" rtlCol="0">
            <a:spAutoFit/>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600" b="1" i="0" u="sng"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Evaluation Criteria</a:t>
            </a:r>
            <a:r>
              <a:rPr kumimoji="0" lang="en-US" sz="1200" b="0"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 (from Course Syllabus)</a:t>
            </a:r>
            <a:endParaRPr kumimoji="0" lang="en-US" sz="1600" b="0"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Support Quality of Work:</a:t>
            </a:r>
            <a:endParaRPr kumimoji="0" lang="en-US" sz="1100" b="1" i="0" u="none" strike="noStrike" kern="1200" cap="none" spc="0" normalizeH="0" baseline="0" noProof="0">
              <a:ln>
                <a:noFill/>
              </a:ln>
              <a:solidFill>
                <a:srgbClr val="59595B"/>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Each statement or explanation is supported by sound facts, logics, or data points.</a:t>
            </a: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Analysis yields complex and nuanced syntheses of ideas, demonstrating true understanding.</a:t>
            </a:r>
            <a:endParaRPr kumimoji="0" lang="en-US" sz="1100" b="0" i="0" u="none" strike="noStrike" kern="1200" cap="none" spc="0" normalizeH="0" baseline="0" noProof="0">
              <a:ln>
                <a:noFill/>
              </a:ln>
              <a:solidFill>
                <a:srgbClr val="59595B"/>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Accurate Class Concept Use:</a:t>
            </a:r>
            <a:endParaRPr kumimoji="0" lang="en-US" sz="1100" b="1" i="0" u="none" strike="noStrike" kern="1200" cap="none" spc="0" normalizeH="0" baseline="0" noProof="0">
              <a:ln>
                <a:noFill/>
              </a:ln>
              <a:solidFill>
                <a:srgbClr val="59595B"/>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Class concepts are used throughout the assignment in a manner that demonstrates a full understanding of the concept.</a:t>
            </a:r>
            <a:endParaRPr kumimoji="0" lang="en-US" sz="1100" b="0" i="0" u="none" strike="noStrike" kern="1200" cap="none" spc="0" normalizeH="0" baseline="0" noProof="0">
              <a:ln>
                <a:noFill/>
              </a:ln>
              <a:solidFill>
                <a:srgbClr val="59595B"/>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Critical Thinking:</a:t>
            </a:r>
            <a:endParaRPr kumimoji="0" lang="en-US" sz="1100" b="1" i="0" u="none" strike="noStrike" kern="1200" cap="none" spc="0" normalizeH="0" baseline="0" noProof="0">
              <a:ln>
                <a:noFill/>
              </a:ln>
              <a:solidFill>
                <a:srgbClr val="59595B"/>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Exercises include data and reasoning that confirms or disconfirms the thesis.</a:t>
            </a:r>
            <a:endParaRPr kumimoji="0" lang="en-US" sz="1100" b="0" i="0" u="none" strike="noStrike" kern="1200" cap="none" spc="0" normalizeH="0" baseline="0" noProof="0">
              <a:ln>
                <a:noFill/>
              </a:ln>
              <a:solidFill>
                <a:srgbClr val="59595B"/>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The analysis or explanation demonstrates an understanding of the uncertainty surrounding the facts, logics, and conclusions.</a:t>
            </a:r>
            <a:endParaRPr kumimoji="0" lang="en-US" sz="1100" b="0" i="0" u="none" strike="noStrike" kern="1200" cap="none" spc="0" normalizeH="0" baseline="0" noProof="0">
              <a:ln>
                <a:noFill/>
              </a:ln>
              <a:solidFill>
                <a:srgbClr val="59595B"/>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Mechanics and Professionalism:</a:t>
            </a:r>
            <a:endParaRPr kumimoji="0" lang="en-US" sz="1100" b="1" i="0" u="none" strike="noStrike" kern="1200" cap="none" spc="0" normalizeH="0" baseline="0" noProof="0">
              <a:ln>
                <a:noFill/>
              </a:ln>
              <a:solidFill>
                <a:srgbClr val="59595B"/>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Work is professionally presented and free from grammatical or typographical errors.</a:t>
            </a:r>
            <a:endParaRPr kumimoji="0" lang="en-US" sz="1100" b="0" i="0" u="none" strike="noStrike" kern="1200" cap="none" spc="0" normalizeH="0" baseline="0" noProof="0">
              <a:ln>
                <a:noFill/>
              </a:ln>
              <a:solidFill>
                <a:srgbClr val="59595B"/>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Headings, images, figures, and tables are appropriately and effectively used.</a:t>
            </a:r>
            <a:endParaRPr kumimoji="0" lang="en-US" sz="1100" b="0" i="0" u="none" strike="noStrike" kern="1200" cap="none" spc="0" normalizeH="0" baseline="0" noProof="0">
              <a:ln>
                <a:noFill/>
              </a:ln>
              <a:solidFill>
                <a:srgbClr val="59595B"/>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WOW Factor:</a:t>
            </a:r>
            <a:endParaRPr kumimoji="0" lang="en-US" sz="1100" b="1" i="0" u="none" strike="noStrike" kern="1200" cap="none" spc="0" normalizeH="0" baseline="0" noProof="0">
              <a:ln>
                <a:noFill/>
              </a:ln>
              <a:solidFill>
                <a:srgbClr val="59595B"/>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59595B"/>
                </a:solidFill>
                <a:effectLst/>
                <a:uLnTx/>
                <a:uFillTx/>
                <a:latin typeface="Arial" panose="020B0604020202020204" pitchFamily="34" charset="0"/>
                <a:ea typeface="+mn-ea"/>
                <a:cs typeface="Times New Roman" panose="02020603050405020304" pitchFamily="18" charset="0"/>
              </a:rPr>
              <a:t>Approximately 10% of the total grade will be determined by the WOW factor. This is evidence of work that exceeds expectations. These points are reserved for those projects that go beyond assignment requirements and demonstrate creativity, extra effort, and refined professionalism.</a:t>
            </a:r>
          </a:p>
        </p:txBody>
      </p:sp>
    </p:spTree>
    <p:extLst>
      <p:ext uri="{BB962C8B-B14F-4D97-AF65-F5344CB8AC3E}">
        <p14:creationId xmlns:p14="http://schemas.microsoft.com/office/powerpoint/2010/main" val="8995470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BEDB7-E569-47F3-8EB7-88525EAA092B}"/>
              </a:ext>
            </a:extLst>
          </p:cNvPr>
          <p:cNvSpPr>
            <a:spLocks noGrp="1"/>
          </p:cNvSpPr>
          <p:nvPr>
            <p:ph type="title"/>
          </p:nvPr>
        </p:nvSpPr>
        <p:spPr/>
        <p:txBody>
          <a:bodyPr>
            <a:normAutofit/>
          </a:bodyPr>
          <a:lstStyle/>
          <a:p>
            <a:r>
              <a:rPr lang="en-US" dirty="0"/>
              <a:t>Student Name</a:t>
            </a:r>
          </a:p>
        </p:txBody>
      </p:sp>
      <p:sp>
        <p:nvSpPr>
          <p:cNvPr id="3" name="Subtitle 2">
            <a:extLst>
              <a:ext uri="{FF2B5EF4-FFF2-40B4-BE49-F238E27FC236}">
                <a16:creationId xmlns:a16="http://schemas.microsoft.com/office/drawing/2014/main" id="{39901997-3A38-45E0-AA63-EE66E6916619}"/>
              </a:ext>
            </a:extLst>
          </p:cNvPr>
          <p:cNvSpPr>
            <a:spLocks noGrp="1"/>
          </p:cNvSpPr>
          <p:nvPr>
            <p:ph idx="1"/>
          </p:nvPr>
        </p:nvSpPr>
        <p:spPr>
          <a:xfrm>
            <a:off x="6392006" y="1558925"/>
            <a:ext cx="5375031" cy="4351338"/>
          </a:xfrm>
        </p:spPr>
        <p:txBody>
          <a:bodyPr anchor="ctr">
            <a:normAutofit/>
          </a:bodyPr>
          <a:lstStyle/>
          <a:p>
            <a:r>
              <a:rPr lang="en-US" sz="3200" dirty="0"/>
              <a:t>Insert student name here </a:t>
            </a:r>
          </a:p>
          <a:p>
            <a:endParaRPr lang="en-US" sz="3200" dirty="0"/>
          </a:p>
          <a:p>
            <a:pPr marL="0" indent="0">
              <a:buNone/>
            </a:pPr>
            <a:r>
              <a:rPr lang="en-US" sz="3200" dirty="0"/>
              <a:t>(Please use the name you prefer your IC use for communication with you)</a:t>
            </a:r>
          </a:p>
        </p:txBody>
      </p:sp>
      <p:sp>
        <p:nvSpPr>
          <p:cNvPr id="4" name="Content Placeholder 2">
            <a:extLst>
              <a:ext uri="{FF2B5EF4-FFF2-40B4-BE49-F238E27FC236}">
                <a16:creationId xmlns:a16="http://schemas.microsoft.com/office/drawing/2014/main" id="{6F3B4236-D07F-4CF9-A5A5-D0014942611E}"/>
              </a:ext>
            </a:extLst>
          </p:cNvPr>
          <p:cNvSpPr txBox="1">
            <a:spLocks/>
          </p:cNvSpPr>
          <p:nvPr/>
        </p:nvSpPr>
        <p:spPr>
          <a:xfrm>
            <a:off x="609600" y="3429000"/>
            <a:ext cx="6432336" cy="2590800"/>
          </a:xfrm>
          <a:prstGeom prst="rect">
            <a:avLst/>
          </a:prstGeom>
        </p:spPr>
        <p:txBody>
          <a:bodyPr vert="horz" lIns="121919" tIns="60959" rIns="121919" bIns="60959" rtlCol="0">
            <a:normAutofit/>
          </a:bodyPr>
          <a:lstStyle>
            <a:lvl1pPr marL="0" indent="0" algn="ctr" defTabSz="1828785" rtl="0" eaLnBrk="1" latinLnBrk="0" hangingPunct="1">
              <a:spcBef>
                <a:spcPct val="20000"/>
              </a:spcBef>
              <a:buSzPct val="100000"/>
              <a:buFont typeface="Arial" pitchFamily="34" charset="0"/>
              <a:buNone/>
              <a:defRPr sz="6400" kern="1200">
                <a:solidFill>
                  <a:schemeClr val="tx1">
                    <a:tint val="75000"/>
                  </a:schemeClr>
                </a:solidFill>
                <a:effectLst/>
                <a:latin typeface="Helvetica"/>
                <a:ea typeface="+mn-ea"/>
                <a:cs typeface="Helvetica"/>
              </a:defRPr>
            </a:lvl1pPr>
            <a:lvl2pPr marL="914393" indent="0" algn="ctr" defTabSz="1828785" rtl="0" eaLnBrk="1" latinLnBrk="0" hangingPunct="1">
              <a:spcBef>
                <a:spcPct val="20000"/>
              </a:spcBef>
              <a:buSzPct val="100000"/>
              <a:buFont typeface="Arial" pitchFamily="34" charset="0"/>
              <a:buNone/>
              <a:defRPr sz="5500" kern="1200">
                <a:solidFill>
                  <a:schemeClr val="tx1">
                    <a:tint val="75000"/>
                  </a:schemeClr>
                </a:solidFill>
                <a:effectLst/>
                <a:latin typeface="Helvetica"/>
                <a:ea typeface="+mn-ea"/>
                <a:cs typeface="Helvetica"/>
              </a:defRPr>
            </a:lvl2pPr>
            <a:lvl3pPr marL="1828785" indent="0" algn="ctr" defTabSz="1828785" rtl="0" eaLnBrk="1" latinLnBrk="0" hangingPunct="1">
              <a:spcBef>
                <a:spcPct val="20000"/>
              </a:spcBef>
              <a:buSzPct val="100000"/>
              <a:buFont typeface="Arial" pitchFamily="34" charset="0"/>
              <a:buNone/>
              <a:defRPr sz="4800" kern="1200">
                <a:solidFill>
                  <a:schemeClr val="tx1">
                    <a:tint val="75000"/>
                  </a:schemeClr>
                </a:solidFill>
                <a:effectLst/>
                <a:latin typeface="Helvetica"/>
                <a:ea typeface="+mn-ea"/>
                <a:cs typeface="Helvetica"/>
              </a:defRPr>
            </a:lvl3pPr>
            <a:lvl4pPr marL="2743178" indent="0" algn="ctr" defTabSz="1828785" rtl="0" eaLnBrk="1" latinLnBrk="0" hangingPunct="1">
              <a:spcBef>
                <a:spcPct val="20000"/>
              </a:spcBef>
              <a:buSzPct val="100000"/>
              <a:buFont typeface="Arial" pitchFamily="34" charset="0"/>
              <a:buNone/>
              <a:defRPr sz="3900" kern="1200">
                <a:solidFill>
                  <a:schemeClr val="tx1">
                    <a:tint val="75000"/>
                  </a:schemeClr>
                </a:solidFill>
                <a:effectLst/>
                <a:latin typeface="Helvetica"/>
                <a:ea typeface="+mn-ea"/>
                <a:cs typeface="Helvetica"/>
              </a:defRPr>
            </a:lvl4pPr>
            <a:lvl5pPr marL="3657571" indent="0" algn="ctr" defTabSz="1828785" rtl="0" eaLnBrk="1" latinLnBrk="0" hangingPunct="1">
              <a:spcBef>
                <a:spcPct val="20000"/>
              </a:spcBef>
              <a:buSzPct val="100000"/>
              <a:buFont typeface="Arial" pitchFamily="34" charset="0"/>
              <a:buNone/>
              <a:defRPr sz="3900" kern="1200">
                <a:solidFill>
                  <a:schemeClr val="tx1">
                    <a:tint val="75000"/>
                  </a:schemeClr>
                </a:solidFill>
                <a:effectLst/>
                <a:latin typeface="Helvetica"/>
                <a:ea typeface="+mn-ea"/>
                <a:cs typeface="Helvetica"/>
              </a:defRPr>
            </a:lvl5pPr>
            <a:lvl6pPr marL="4571963" indent="0" algn="ctr" defTabSz="1828785" rtl="0" eaLnBrk="1" latinLnBrk="0" hangingPunct="1">
              <a:spcBef>
                <a:spcPct val="20000"/>
              </a:spcBef>
              <a:buFont typeface="Arial" pitchFamily="34" charset="0"/>
              <a:buNone/>
              <a:defRPr sz="3900" kern="1200">
                <a:solidFill>
                  <a:schemeClr val="tx1">
                    <a:tint val="75000"/>
                  </a:schemeClr>
                </a:solidFill>
                <a:latin typeface="+mn-lt"/>
                <a:ea typeface="+mn-ea"/>
                <a:cs typeface="+mn-cs"/>
              </a:defRPr>
            </a:lvl6pPr>
            <a:lvl7pPr marL="5486356" indent="0" algn="ctr" defTabSz="1828785" rtl="0" eaLnBrk="1" latinLnBrk="0" hangingPunct="1">
              <a:spcBef>
                <a:spcPct val="20000"/>
              </a:spcBef>
              <a:buFont typeface="Arial" pitchFamily="34" charset="0"/>
              <a:buNone/>
              <a:defRPr sz="3900" kern="1200">
                <a:solidFill>
                  <a:schemeClr val="tx1">
                    <a:tint val="75000"/>
                  </a:schemeClr>
                </a:solidFill>
                <a:latin typeface="+mn-lt"/>
                <a:ea typeface="+mn-ea"/>
                <a:cs typeface="+mn-cs"/>
              </a:defRPr>
            </a:lvl7pPr>
            <a:lvl8pPr marL="6400749" indent="0" algn="ctr" defTabSz="1828785" rtl="0" eaLnBrk="1" latinLnBrk="0" hangingPunct="1">
              <a:spcBef>
                <a:spcPct val="20000"/>
              </a:spcBef>
              <a:buFont typeface="Arial" pitchFamily="34" charset="0"/>
              <a:buNone/>
              <a:defRPr sz="3900" kern="1200">
                <a:solidFill>
                  <a:schemeClr val="tx1">
                    <a:tint val="75000"/>
                  </a:schemeClr>
                </a:solidFill>
                <a:latin typeface="+mn-lt"/>
                <a:ea typeface="+mn-ea"/>
                <a:cs typeface="+mn-cs"/>
              </a:defRPr>
            </a:lvl8pPr>
            <a:lvl9pPr marL="7315141" indent="0" algn="ctr" defTabSz="1828785" rtl="0" eaLnBrk="1" latinLnBrk="0" hangingPunct="1">
              <a:spcBef>
                <a:spcPct val="20000"/>
              </a:spcBef>
              <a:buFont typeface="Arial" pitchFamily="34" charset="0"/>
              <a:buNone/>
              <a:defRPr sz="3900" kern="1200">
                <a:solidFill>
                  <a:schemeClr val="tx1">
                    <a:tint val="75000"/>
                  </a:schemeClr>
                </a:solidFill>
                <a:latin typeface="+mn-lt"/>
                <a:ea typeface="+mn-ea"/>
                <a:cs typeface="+mn-cs"/>
              </a:defRPr>
            </a:lvl9pPr>
          </a:lstStyle>
          <a:p>
            <a:pPr marL="0" marR="0" lvl="0" indent="0" algn="ctr" defTabSz="1828785" rtl="0" eaLnBrk="1" fontAlgn="auto" latinLnBrk="0" hangingPunct="1">
              <a:lnSpc>
                <a:spcPct val="100000"/>
              </a:lnSpc>
              <a:spcBef>
                <a:spcPct val="20000"/>
              </a:spcBef>
              <a:spcAft>
                <a:spcPts val="0"/>
              </a:spcAft>
              <a:buClrTx/>
              <a:buSzPct val="100000"/>
              <a:buFont typeface="Arial" pitchFamily="34" charset="0"/>
              <a:buNone/>
              <a:tabLst/>
              <a:defRPr/>
            </a:pPr>
            <a:endParaRPr kumimoji="0" lang="en-US" sz="4267" b="0" i="0" u="none" strike="noStrike" kern="1200" cap="none" spc="0" normalizeH="0" baseline="0" noProof="0">
              <a:ln>
                <a:noFill/>
              </a:ln>
              <a:solidFill>
                <a:srgbClr val="59595B">
                  <a:tint val="75000"/>
                </a:srgbClr>
              </a:solidFill>
              <a:effectLst/>
              <a:uLnTx/>
              <a:uFillTx/>
              <a:latin typeface="Helvetica"/>
              <a:ea typeface="+mn-ea"/>
              <a:cs typeface="Helvetica"/>
            </a:endParaRPr>
          </a:p>
        </p:txBody>
      </p:sp>
      <p:sp>
        <p:nvSpPr>
          <p:cNvPr id="6" name="Subtitle 2">
            <a:extLst>
              <a:ext uri="{FF2B5EF4-FFF2-40B4-BE49-F238E27FC236}">
                <a16:creationId xmlns:a16="http://schemas.microsoft.com/office/drawing/2014/main" id="{72F58189-B73F-4B04-A617-E5F099F2E514}"/>
              </a:ext>
            </a:extLst>
          </p:cNvPr>
          <p:cNvSpPr txBox="1">
            <a:spLocks/>
          </p:cNvSpPr>
          <p:nvPr/>
        </p:nvSpPr>
        <p:spPr>
          <a:xfrm>
            <a:off x="1411654" y="5147224"/>
            <a:ext cx="2946400" cy="533400"/>
          </a:xfrm>
          <a:prstGeom prst="rect">
            <a:avLst/>
          </a:prstGeom>
        </p:spPr>
        <p:txBody>
          <a:bodyPr vert="horz" lIns="121919" tIns="60959" rIns="121919" bIns="60959" rtlCol="0" anchor="ctr">
            <a:normAutofit fontScale="92500" lnSpcReduction="10000"/>
          </a:bodyPr>
          <a:lstStyle>
            <a:lvl1pPr marL="0" indent="0" algn="ctr" defTabSz="1828785" rtl="0" eaLnBrk="1" latinLnBrk="0" hangingPunct="1">
              <a:spcBef>
                <a:spcPct val="20000"/>
              </a:spcBef>
              <a:buSzPct val="100000"/>
              <a:buFont typeface="Arial" pitchFamily="34" charset="0"/>
              <a:buNone/>
              <a:defRPr sz="6400" kern="1200">
                <a:solidFill>
                  <a:schemeClr val="tx1">
                    <a:tint val="75000"/>
                  </a:schemeClr>
                </a:solidFill>
                <a:effectLst/>
                <a:latin typeface="Helvetica"/>
                <a:ea typeface="+mn-ea"/>
                <a:cs typeface="Helvetica"/>
              </a:defRPr>
            </a:lvl1pPr>
            <a:lvl2pPr marL="914393" indent="0" algn="ctr" defTabSz="1828785" rtl="0" eaLnBrk="1" latinLnBrk="0" hangingPunct="1">
              <a:spcBef>
                <a:spcPct val="20000"/>
              </a:spcBef>
              <a:buSzPct val="100000"/>
              <a:buFont typeface="Arial" pitchFamily="34" charset="0"/>
              <a:buNone/>
              <a:defRPr sz="5500" kern="1200">
                <a:solidFill>
                  <a:schemeClr val="tx1">
                    <a:tint val="75000"/>
                  </a:schemeClr>
                </a:solidFill>
                <a:effectLst/>
                <a:latin typeface="Helvetica"/>
                <a:ea typeface="+mn-ea"/>
                <a:cs typeface="Helvetica"/>
              </a:defRPr>
            </a:lvl2pPr>
            <a:lvl3pPr marL="1828785" indent="0" algn="ctr" defTabSz="1828785" rtl="0" eaLnBrk="1" latinLnBrk="0" hangingPunct="1">
              <a:spcBef>
                <a:spcPct val="20000"/>
              </a:spcBef>
              <a:buSzPct val="100000"/>
              <a:buFont typeface="Arial" pitchFamily="34" charset="0"/>
              <a:buNone/>
              <a:defRPr sz="4800" kern="1200">
                <a:solidFill>
                  <a:schemeClr val="tx1">
                    <a:tint val="75000"/>
                  </a:schemeClr>
                </a:solidFill>
                <a:effectLst/>
                <a:latin typeface="Helvetica"/>
                <a:ea typeface="+mn-ea"/>
                <a:cs typeface="Helvetica"/>
              </a:defRPr>
            </a:lvl3pPr>
            <a:lvl4pPr marL="2743178" indent="0" algn="ctr" defTabSz="1828785" rtl="0" eaLnBrk="1" latinLnBrk="0" hangingPunct="1">
              <a:spcBef>
                <a:spcPct val="20000"/>
              </a:spcBef>
              <a:buSzPct val="100000"/>
              <a:buFont typeface="Arial" pitchFamily="34" charset="0"/>
              <a:buNone/>
              <a:defRPr sz="3900" kern="1200">
                <a:solidFill>
                  <a:schemeClr val="tx1">
                    <a:tint val="75000"/>
                  </a:schemeClr>
                </a:solidFill>
                <a:effectLst/>
                <a:latin typeface="Helvetica"/>
                <a:ea typeface="+mn-ea"/>
                <a:cs typeface="Helvetica"/>
              </a:defRPr>
            </a:lvl4pPr>
            <a:lvl5pPr marL="3657571" indent="0" algn="ctr" defTabSz="1828785" rtl="0" eaLnBrk="1" latinLnBrk="0" hangingPunct="1">
              <a:spcBef>
                <a:spcPct val="20000"/>
              </a:spcBef>
              <a:buSzPct val="100000"/>
              <a:buFont typeface="Arial" pitchFamily="34" charset="0"/>
              <a:buNone/>
              <a:defRPr sz="3900" kern="1200">
                <a:solidFill>
                  <a:schemeClr val="tx1">
                    <a:tint val="75000"/>
                  </a:schemeClr>
                </a:solidFill>
                <a:effectLst/>
                <a:latin typeface="Helvetica"/>
                <a:ea typeface="+mn-ea"/>
                <a:cs typeface="Helvetica"/>
              </a:defRPr>
            </a:lvl5pPr>
            <a:lvl6pPr marL="4571963" indent="0" algn="ctr" defTabSz="1828785" rtl="0" eaLnBrk="1" latinLnBrk="0" hangingPunct="1">
              <a:spcBef>
                <a:spcPct val="20000"/>
              </a:spcBef>
              <a:buFont typeface="Arial" pitchFamily="34" charset="0"/>
              <a:buNone/>
              <a:defRPr sz="3900" kern="1200">
                <a:solidFill>
                  <a:schemeClr val="tx1">
                    <a:tint val="75000"/>
                  </a:schemeClr>
                </a:solidFill>
                <a:latin typeface="+mn-lt"/>
                <a:ea typeface="+mn-ea"/>
                <a:cs typeface="+mn-cs"/>
              </a:defRPr>
            </a:lvl6pPr>
            <a:lvl7pPr marL="5486356" indent="0" algn="ctr" defTabSz="1828785" rtl="0" eaLnBrk="1" latinLnBrk="0" hangingPunct="1">
              <a:spcBef>
                <a:spcPct val="20000"/>
              </a:spcBef>
              <a:buFont typeface="Arial" pitchFamily="34" charset="0"/>
              <a:buNone/>
              <a:defRPr sz="3900" kern="1200">
                <a:solidFill>
                  <a:schemeClr val="tx1">
                    <a:tint val="75000"/>
                  </a:schemeClr>
                </a:solidFill>
                <a:latin typeface="+mn-lt"/>
                <a:ea typeface="+mn-ea"/>
                <a:cs typeface="+mn-cs"/>
              </a:defRPr>
            </a:lvl7pPr>
            <a:lvl8pPr marL="6400749" indent="0" algn="ctr" defTabSz="1828785" rtl="0" eaLnBrk="1" latinLnBrk="0" hangingPunct="1">
              <a:spcBef>
                <a:spcPct val="20000"/>
              </a:spcBef>
              <a:buFont typeface="Arial" pitchFamily="34" charset="0"/>
              <a:buNone/>
              <a:defRPr sz="3900" kern="1200">
                <a:solidFill>
                  <a:schemeClr val="tx1">
                    <a:tint val="75000"/>
                  </a:schemeClr>
                </a:solidFill>
                <a:latin typeface="+mn-lt"/>
                <a:ea typeface="+mn-ea"/>
                <a:cs typeface="+mn-cs"/>
              </a:defRPr>
            </a:lvl8pPr>
            <a:lvl9pPr marL="7315141" indent="0" algn="ctr" defTabSz="1828785" rtl="0" eaLnBrk="1" latinLnBrk="0" hangingPunct="1">
              <a:spcBef>
                <a:spcPct val="20000"/>
              </a:spcBef>
              <a:buFont typeface="Arial" pitchFamily="34" charset="0"/>
              <a:buNone/>
              <a:defRPr sz="3900" kern="1200">
                <a:solidFill>
                  <a:schemeClr val="tx1">
                    <a:tint val="75000"/>
                  </a:schemeClr>
                </a:solidFill>
                <a:latin typeface="+mn-lt"/>
                <a:ea typeface="+mn-ea"/>
                <a:cs typeface="+mn-cs"/>
              </a:defRPr>
            </a:lvl9pPr>
          </a:lstStyle>
          <a:p>
            <a:pPr marL="0" marR="0" lvl="0" indent="0" algn="ctr" defTabSz="1828785" rtl="0" eaLnBrk="1" fontAlgn="auto" latinLnBrk="0" hangingPunct="1">
              <a:lnSpc>
                <a:spcPct val="100000"/>
              </a:lnSpc>
              <a:spcBef>
                <a:spcPct val="20000"/>
              </a:spcBef>
              <a:spcAft>
                <a:spcPts val="0"/>
              </a:spcAft>
              <a:buClrTx/>
              <a:buSzPct val="100000"/>
              <a:buFont typeface="Arial" pitchFamily="34" charset="0"/>
              <a:buNone/>
              <a:tabLst/>
              <a:defRPr/>
            </a:pPr>
            <a:r>
              <a:rPr kumimoji="0" lang="en-US" sz="3200" b="0" i="0" u="none" strike="noStrike" kern="1200" cap="none" spc="0" normalizeH="0" baseline="0" noProof="0" dirty="0">
                <a:ln>
                  <a:noFill/>
                </a:ln>
                <a:solidFill>
                  <a:srgbClr val="59595B">
                    <a:tint val="75000"/>
                  </a:srgbClr>
                </a:solidFill>
                <a:effectLst/>
                <a:uLnTx/>
                <a:uFillTx/>
                <a:latin typeface="Helvetica"/>
                <a:ea typeface="+mn-ea"/>
                <a:cs typeface="Helvetica"/>
              </a:rPr>
              <a:t>Student photo</a:t>
            </a:r>
          </a:p>
        </p:txBody>
      </p:sp>
      <p:pic>
        <p:nvPicPr>
          <p:cNvPr id="1026" name="Picture 2" descr="Profile Icon Vector Art, Icons, and Graphics for Free Download">
            <a:extLst>
              <a:ext uri="{FF2B5EF4-FFF2-40B4-BE49-F238E27FC236}">
                <a16:creationId xmlns:a16="http://schemas.microsoft.com/office/drawing/2014/main" id="{77124042-986C-3442-CAB8-90B74189F1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7979" y="1762125"/>
            <a:ext cx="3333750" cy="333375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3BBECC87-016D-481C-3A49-851531C34D4B}"/>
              </a:ext>
            </a:extLst>
          </p:cNvPr>
          <p:cNvSpPr/>
          <p:nvPr/>
        </p:nvSpPr>
        <p:spPr>
          <a:xfrm>
            <a:off x="826477" y="1635369"/>
            <a:ext cx="4149969" cy="4384431"/>
          </a:xfrm>
          <a:prstGeom prst="rect">
            <a:avLst/>
          </a:prstGeom>
          <a:noFill/>
          <a:ln w="38100">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966455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747AE-C0F8-4581-810C-B9050793EF20}"/>
              </a:ext>
            </a:extLst>
          </p:cNvPr>
          <p:cNvSpPr>
            <a:spLocks noGrp="1"/>
          </p:cNvSpPr>
          <p:nvPr>
            <p:ph type="title"/>
          </p:nvPr>
        </p:nvSpPr>
        <p:spPr/>
        <p:txBody>
          <a:bodyPr/>
          <a:lstStyle/>
          <a:p>
            <a:r>
              <a:rPr lang="en-US" dirty="0"/>
              <a:t>Business Profile – Overview </a:t>
            </a:r>
          </a:p>
        </p:txBody>
      </p:sp>
      <p:sp>
        <p:nvSpPr>
          <p:cNvPr id="3" name="Content Placeholder 2">
            <a:extLst>
              <a:ext uri="{FF2B5EF4-FFF2-40B4-BE49-F238E27FC236}">
                <a16:creationId xmlns:a16="http://schemas.microsoft.com/office/drawing/2014/main" id="{38C3113D-D991-4544-B300-092C1DBDCA3E}"/>
              </a:ext>
            </a:extLst>
          </p:cNvPr>
          <p:cNvSpPr>
            <a:spLocks noGrp="1"/>
          </p:cNvSpPr>
          <p:nvPr>
            <p:ph idx="1"/>
          </p:nvPr>
        </p:nvSpPr>
        <p:spPr>
          <a:xfrm>
            <a:off x="609600" y="1600204"/>
            <a:ext cx="10972800" cy="4419597"/>
          </a:xfrm>
        </p:spPr>
        <p:txBody>
          <a:bodyPr/>
          <a:lstStyle/>
          <a:p>
            <a:r>
              <a:rPr lang="en-US"/>
              <a:t>Business name:</a:t>
            </a:r>
          </a:p>
          <a:p>
            <a:r>
              <a:rPr lang="en-US"/>
              <a:t>Business website:</a:t>
            </a:r>
          </a:p>
          <a:p>
            <a:r>
              <a:rPr lang="en-US"/>
              <a:t>Products/services:</a:t>
            </a:r>
          </a:p>
          <a:p>
            <a:r>
              <a:rPr lang="en-US"/>
              <a:t>Target market(s)/customers:</a:t>
            </a:r>
          </a:p>
          <a:p>
            <a:r>
              <a:rPr lang="en-US"/>
              <a:t>Top rivals/competitors:</a:t>
            </a:r>
          </a:p>
        </p:txBody>
      </p:sp>
    </p:spTree>
    <p:extLst>
      <p:ext uri="{BB962C8B-B14F-4D97-AF65-F5344CB8AC3E}">
        <p14:creationId xmlns:p14="http://schemas.microsoft.com/office/powerpoint/2010/main" val="35401484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747AE-C0F8-4581-810C-B9050793EF20}"/>
              </a:ext>
            </a:extLst>
          </p:cNvPr>
          <p:cNvSpPr>
            <a:spLocks noGrp="1"/>
          </p:cNvSpPr>
          <p:nvPr>
            <p:ph type="title"/>
          </p:nvPr>
        </p:nvSpPr>
        <p:spPr/>
        <p:txBody>
          <a:bodyPr/>
          <a:lstStyle/>
          <a:p>
            <a:r>
              <a:rPr lang="en-US" dirty="0"/>
              <a:t>Business Profile – Description </a:t>
            </a:r>
          </a:p>
        </p:txBody>
      </p:sp>
      <p:sp>
        <p:nvSpPr>
          <p:cNvPr id="3" name="Content Placeholder 2">
            <a:extLst>
              <a:ext uri="{FF2B5EF4-FFF2-40B4-BE49-F238E27FC236}">
                <a16:creationId xmlns:a16="http://schemas.microsoft.com/office/drawing/2014/main" id="{38C3113D-D991-4544-B300-092C1DBDCA3E}"/>
              </a:ext>
            </a:extLst>
          </p:cNvPr>
          <p:cNvSpPr>
            <a:spLocks noGrp="1"/>
          </p:cNvSpPr>
          <p:nvPr>
            <p:ph idx="1"/>
          </p:nvPr>
        </p:nvSpPr>
        <p:spPr>
          <a:xfrm>
            <a:off x="609600" y="1600204"/>
            <a:ext cx="10972800" cy="4419597"/>
          </a:xfrm>
        </p:spPr>
        <p:txBody>
          <a:bodyPr/>
          <a:lstStyle/>
          <a:p>
            <a:r>
              <a:rPr lang="en-US"/>
              <a:t>Describe your business – what’s your elevator pitch?  Be sure you provide sufficient detail for your IC to understand your business.</a:t>
            </a:r>
          </a:p>
        </p:txBody>
      </p:sp>
    </p:spTree>
    <p:extLst>
      <p:ext uri="{BB962C8B-B14F-4D97-AF65-F5344CB8AC3E}">
        <p14:creationId xmlns:p14="http://schemas.microsoft.com/office/powerpoint/2010/main" val="41993517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747AE-C0F8-4581-810C-B9050793EF20}"/>
              </a:ext>
            </a:extLst>
          </p:cNvPr>
          <p:cNvSpPr>
            <a:spLocks noGrp="1"/>
          </p:cNvSpPr>
          <p:nvPr>
            <p:ph type="title"/>
          </p:nvPr>
        </p:nvSpPr>
        <p:spPr/>
        <p:txBody>
          <a:bodyPr/>
          <a:lstStyle/>
          <a:p>
            <a:r>
              <a:rPr lang="en-US" dirty="0"/>
              <a:t>Business Profile – Organization </a:t>
            </a:r>
            <a:r>
              <a:rPr lang="en-US" dirty="0" err="1"/>
              <a:t>Struture</a:t>
            </a:r>
            <a:endParaRPr lang="en-US" dirty="0"/>
          </a:p>
        </p:txBody>
      </p:sp>
      <p:sp>
        <p:nvSpPr>
          <p:cNvPr id="6" name="Content Placeholder 2">
            <a:extLst>
              <a:ext uri="{FF2B5EF4-FFF2-40B4-BE49-F238E27FC236}">
                <a16:creationId xmlns:a16="http://schemas.microsoft.com/office/drawing/2014/main" id="{5A4F1146-9321-6A15-0E26-B438A7C8EA53}"/>
              </a:ext>
            </a:extLst>
          </p:cNvPr>
          <p:cNvSpPr txBox="1">
            <a:spLocks/>
          </p:cNvSpPr>
          <p:nvPr/>
        </p:nvSpPr>
        <p:spPr>
          <a:xfrm>
            <a:off x="337374" y="1528997"/>
            <a:ext cx="5758626" cy="422878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59595B"/>
                </a:solidFill>
                <a:effectLst/>
                <a:uLnTx/>
                <a:uFillTx/>
                <a:latin typeface="Arial" panose="020B0604020202020204" pitchFamily="34" charset="0"/>
                <a:ea typeface="+mn-ea"/>
                <a:cs typeface="Arial" panose="020B0604020202020204" pitchFamily="34" charset="0"/>
              </a:rPr>
              <a:t>Replace the organization chart on this slide with one that describes your company’s structure.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59595B"/>
                </a:solidFill>
                <a:effectLst/>
                <a:uLnTx/>
                <a:uFillTx/>
                <a:latin typeface="Arial" panose="020B0604020202020204" pitchFamily="34" charset="0"/>
                <a:ea typeface="+mn-ea"/>
                <a:cs typeface="Arial" panose="020B0604020202020204" pitchFamily="34" charset="0"/>
              </a:rPr>
              <a:t>Explain how your company is organized:  is it a hierarchical organization?  Flat organization?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59595B"/>
                </a:solidFill>
                <a:effectLst/>
                <a:uLnTx/>
                <a:uFillTx/>
                <a:latin typeface="Arial" panose="020B0604020202020204" pitchFamily="34" charset="0"/>
                <a:ea typeface="+mn-ea"/>
                <a:cs typeface="Arial" panose="020B0604020202020204" pitchFamily="34" charset="0"/>
              </a:rPr>
              <a:t>Does the organizational structure facilitate meeting your objectives?  Why?</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59595B"/>
                </a:solidFill>
                <a:effectLst/>
                <a:uLnTx/>
                <a:uFillTx/>
                <a:latin typeface="Arial" panose="020B0604020202020204" pitchFamily="34" charset="0"/>
                <a:ea typeface="+mn-ea"/>
                <a:cs typeface="Arial" panose="020B0604020202020204" pitchFamily="34" charset="0"/>
              </a:rPr>
              <a:t>Which functional areas are key to your organization’s success and why?</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000" b="1" i="0" u="none" strike="noStrike" kern="1200" cap="none" spc="0" normalizeH="0" baseline="0" noProof="0" dirty="0">
              <a:ln>
                <a:noFill/>
              </a:ln>
              <a:solidFill>
                <a:srgbClr val="59595B"/>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srgbClr val="59595B"/>
                </a:solidFill>
                <a:effectLst/>
                <a:uLnTx/>
                <a:uFillTx/>
                <a:latin typeface="Arial" panose="020B0604020202020204" pitchFamily="34" charset="0"/>
                <a:ea typeface="+mn-ea"/>
                <a:cs typeface="Arial" panose="020B0604020202020204" pitchFamily="34" charset="0"/>
              </a:rPr>
              <a:t>NOTE: The graphic can take the entire slide, and you can use the Slide Notes below to address the questions and provide explanations. You can also create additional slides if necessary.</a:t>
            </a:r>
          </a:p>
        </p:txBody>
      </p:sp>
      <p:pic>
        <p:nvPicPr>
          <p:cNvPr id="7" name="Picture 6" descr="Reading: The Organization Chart and Reporting Structure | Introduction to Business">
            <a:extLst>
              <a:ext uri="{FF2B5EF4-FFF2-40B4-BE49-F238E27FC236}">
                <a16:creationId xmlns:a16="http://schemas.microsoft.com/office/drawing/2014/main" id="{88CD80A6-AFF4-7587-8F02-3E698574A88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2810" y="1528997"/>
            <a:ext cx="5126612" cy="3503032"/>
          </a:xfrm>
          <a:prstGeom prst="rect">
            <a:avLst/>
          </a:prstGeom>
        </p:spPr>
      </p:pic>
    </p:spTree>
    <p:extLst>
      <p:ext uri="{BB962C8B-B14F-4D97-AF65-F5344CB8AC3E}">
        <p14:creationId xmlns:p14="http://schemas.microsoft.com/office/powerpoint/2010/main" val="11070302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747AE-C0F8-4581-810C-B9050793EF20}"/>
              </a:ext>
            </a:extLst>
          </p:cNvPr>
          <p:cNvSpPr>
            <a:spLocks noGrp="1"/>
          </p:cNvSpPr>
          <p:nvPr>
            <p:ph type="title"/>
          </p:nvPr>
        </p:nvSpPr>
        <p:spPr/>
        <p:txBody>
          <a:bodyPr/>
          <a:lstStyle/>
          <a:p>
            <a:r>
              <a:rPr lang="en-US" dirty="0"/>
              <a:t>Business Profile – Organizational Stakeholders </a:t>
            </a:r>
          </a:p>
        </p:txBody>
      </p:sp>
      <p:pic>
        <p:nvPicPr>
          <p:cNvPr id="6" name="Picture 5">
            <a:extLst>
              <a:ext uri="{FF2B5EF4-FFF2-40B4-BE49-F238E27FC236}">
                <a16:creationId xmlns:a16="http://schemas.microsoft.com/office/drawing/2014/main" id="{C559E8C7-8EB3-C9F8-11AA-02DB8BD214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8312" y="2025980"/>
            <a:ext cx="6031979" cy="33030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Content Placeholder 2">
            <a:extLst>
              <a:ext uri="{FF2B5EF4-FFF2-40B4-BE49-F238E27FC236}">
                <a16:creationId xmlns:a16="http://schemas.microsoft.com/office/drawing/2014/main" id="{9F8687DF-064D-BE9F-718B-644613D7D784}"/>
              </a:ext>
            </a:extLst>
          </p:cNvPr>
          <p:cNvSpPr txBox="1">
            <a:spLocks/>
          </p:cNvSpPr>
          <p:nvPr/>
        </p:nvSpPr>
        <p:spPr>
          <a:xfrm>
            <a:off x="191709" y="1804961"/>
            <a:ext cx="5655176" cy="352404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59595B"/>
                </a:solidFill>
                <a:effectLst/>
                <a:uLnTx/>
                <a:uFillTx/>
                <a:latin typeface="Arial" panose="020B0604020202020204" pitchFamily="34" charset="0"/>
                <a:ea typeface="+mn-ea"/>
                <a:cs typeface="Arial" panose="020B0604020202020204" pitchFamily="34" charset="0"/>
              </a:rPr>
              <a:t>Replace the graphic on this slide with one that names your company’s </a:t>
            </a:r>
            <a:r>
              <a:rPr kumimoji="0" lang="en-US" sz="2000" b="1" i="0" u="none" strike="noStrike" kern="1200" cap="none" spc="0" normalizeH="0" baseline="0" noProof="0" dirty="0">
                <a:ln>
                  <a:noFill/>
                </a:ln>
                <a:solidFill>
                  <a:srgbClr val="59595B"/>
                </a:solidFill>
                <a:effectLst/>
                <a:uLnTx/>
                <a:uFillTx/>
                <a:latin typeface="Arial" panose="020B0604020202020204" pitchFamily="34" charset="0"/>
                <a:ea typeface="+mn-ea"/>
                <a:cs typeface="Arial" panose="020B0604020202020204" pitchFamily="34" charset="0"/>
              </a:rPr>
              <a:t>key</a:t>
            </a:r>
            <a:r>
              <a:rPr kumimoji="0" lang="en-US" sz="2000" b="0" i="0" u="none" strike="noStrike" kern="1200" cap="none" spc="0" normalizeH="0" baseline="0" noProof="0" dirty="0">
                <a:ln>
                  <a:noFill/>
                </a:ln>
                <a:solidFill>
                  <a:srgbClr val="59595B"/>
                </a:solidFill>
                <a:effectLst/>
                <a:uLnTx/>
                <a:uFillTx/>
                <a:latin typeface="Arial" panose="020B0604020202020204" pitchFamily="34" charset="0"/>
                <a:ea typeface="+mn-ea"/>
                <a:cs typeface="Arial" panose="020B0604020202020204" pitchFamily="34" charset="0"/>
              </a:rPr>
              <a:t> stakeholders.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59595B"/>
                </a:solidFill>
                <a:effectLst/>
                <a:uLnTx/>
                <a:uFillTx/>
                <a:latin typeface="Arial" panose="020B0604020202020204" pitchFamily="34" charset="0"/>
                <a:ea typeface="+mn-ea"/>
                <a:cs typeface="Arial" panose="020B0604020202020204" pitchFamily="34" charset="0"/>
              </a:rPr>
              <a:t>Who are some of the </a:t>
            </a:r>
            <a:r>
              <a:rPr kumimoji="0" lang="en-US" sz="2000" b="1" i="0" u="none" strike="noStrike" kern="1200" cap="none" spc="0" normalizeH="0" baseline="0" noProof="0" dirty="0">
                <a:ln>
                  <a:noFill/>
                </a:ln>
                <a:solidFill>
                  <a:srgbClr val="59595B"/>
                </a:solidFill>
                <a:effectLst/>
                <a:uLnTx/>
                <a:uFillTx/>
                <a:latin typeface="Arial" panose="020B0604020202020204" pitchFamily="34" charset="0"/>
                <a:ea typeface="+mn-ea"/>
                <a:cs typeface="Arial" panose="020B0604020202020204" pitchFamily="34" charset="0"/>
              </a:rPr>
              <a:t>key</a:t>
            </a:r>
            <a:r>
              <a:rPr kumimoji="0" lang="en-US" sz="2000" b="0" i="0" u="none" strike="noStrike" kern="1200" cap="none" spc="0" normalizeH="0" baseline="0" noProof="0" dirty="0">
                <a:ln>
                  <a:noFill/>
                </a:ln>
                <a:solidFill>
                  <a:srgbClr val="59595B"/>
                </a:solidFill>
                <a:effectLst/>
                <a:uLnTx/>
                <a:uFillTx/>
                <a:latin typeface="Arial" panose="020B0604020202020204" pitchFamily="34" charset="0"/>
                <a:ea typeface="+mn-ea"/>
                <a:cs typeface="Arial" panose="020B0604020202020204" pitchFamily="34" charset="0"/>
              </a:rPr>
              <a:t> stakeholders for your company?</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59595B"/>
                </a:solidFill>
                <a:effectLst/>
                <a:uLnTx/>
                <a:uFillTx/>
                <a:latin typeface="Arial" panose="020B0604020202020204" pitchFamily="34" charset="0"/>
                <a:ea typeface="+mn-ea"/>
                <a:cs typeface="Arial" panose="020B0604020202020204" pitchFamily="34" charset="0"/>
              </a:rPr>
              <a:t>What are ways that they influence your organization?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59595B"/>
                </a:solidFill>
                <a:effectLst/>
                <a:uLnTx/>
                <a:uFillTx/>
                <a:latin typeface="Arial" panose="020B0604020202020204" pitchFamily="34" charset="0"/>
                <a:ea typeface="+mn-ea"/>
                <a:cs typeface="Arial" panose="020B0604020202020204" pitchFamily="34" charset="0"/>
              </a:rPr>
              <a:t>What are some examples of how they are critical to your organization’s success?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rgbClr val="59595B"/>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srgbClr val="59595B"/>
                </a:solidFill>
                <a:effectLst/>
                <a:uLnTx/>
                <a:uFillTx/>
                <a:latin typeface="Arial" panose="020B0604020202020204" pitchFamily="34" charset="0"/>
                <a:ea typeface="+mn-ea"/>
                <a:cs typeface="Arial" panose="020B0604020202020204" pitchFamily="34" charset="0"/>
              </a:rPr>
              <a:t>NOTE: The graphic can take the entire slide, and you can use the Slide Notes below to address the questions and provide explanations. You can also create additional slides if necessary.</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000" b="0" i="0" u="none" strike="noStrike" kern="1200" cap="none" spc="0" normalizeH="0" baseline="0" noProof="0" dirty="0">
              <a:ln>
                <a:noFill/>
              </a:ln>
              <a:solidFill>
                <a:srgbClr val="59595B"/>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233806995"/>
      </p:ext>
    </p:extLst>
  </p:cSld>
  <p:clrMapOvr>
    <a:masterClrMapping/>
  </p:clrMapOvr>
</p:sld>
</file>

<file path=ppt/theme/theme1.xml><?xml version="1.0" encoding="utf-8"?>
<a:theme xmlns:a="http://schemas.openxmlformats.org/drawingml/2006/main" name="Custom Design">
  <a:themeElements>
    <a:clrScheme name="COB CSU TEMPLATE">
      <a:dk1>
        <a:srgbClr val="59595B"/>
      </a:dk1>
      <a:lt1>
        <a:sysClr val="window" lastClr="FFFFFF"/>
      </a:lt1>
      <a:dk2>
        <a:srgbClr val="1E4D2B"/>
      </a:dk2>
      <a:lt2>
        <a:srgbClr val="C8C371"/>
      </a:lt2>
      <a:accent1>
        <a:srgbClr val="D9782C"/>
      </a:accent1>
      <a:accent2>
        <a:srgbClr val="C9D845"/>
      </a:accent2>
      <a:accent3>
        <a:srgbClr val="CC5430"/>
      </a:accent3>
      <a:accent4>
        <a:srgbClr val="105456"/>
      </a:accent4>
      <a:accent5>
        <a:srgbClr val="12A3B6"/>
      </a:accent5>
      <a:accent6>
        <a:srgbClr val="ECC530"/>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US 500 Assignment Template" id="{819FDB1D-43A6-4D77-BB9E-4059C9C98DA6}" vid="{DC0FB67F-5B06-4928-B3F0-FC0DCE5287E7}"/>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US 500 Assignment Template" id="{819FDB1D-43A6-4D77-BB9E-4059C9C98DA6}" vid="{1F5A5870-A316-4A9C-AC88-DA6A89CC557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Business Profile Assignment Template</Template>
  <TotalTime>211</TotalTime>
  <Words>944</Words>
  <Application>Microsoft Office PowerPoint</Application>
  <PresentationFormat>Widescreen</PresentationFormat>
  <Paragraphs>72</Paragraphs>
  <Slides>7</Slides>
  <Notes>4</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7</vt:i4>
      </vt:variant>
    </vt:vector>
  </HeadingPairs>
  <TitlesOfParts>
    <vt:vector size="14" baseType="lpstr">
      <vt:lpstr>Arial</vt:lpstr>
      <vt:lpstr>Calibri</vt:lpstr>
      <vt:lpstr>Calibri Light</vt:lpstr>
      <vt:lpstr>Helvetica</vt:lpstr>
      <vt:lpstr>Wingdings</vt:lpstr>
      <vt:lpstr>Custom Design</vt:lpstr>
      <vt:lpstr>1_Custom Design</vt:lpstr>
      <vt:lpstr>Business Profile Assignment (BPA) Instructions</vt:lpstr>
      <vt:lpstr>Assignment Grading Criteria</vt:lpstr>
      <vt:lpstr>Student Name</vt:lpstr>
      <vt:lpstr>Business Profile – Overview </vt:lpstr>
      <vt:lpstr>Business Profile – Description </vt:lpstr>
      <vt:lpstr>Business Profile – Organization Struture</vt:lpstr>
      <vt:lpstr>Business Profile – Organizational Stakeholders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Instructions</dc:title>
  <dc:creator>Arneson,Shelly</dc:creator>
  <cp:lastModifiedBy>Josh Peterson</cp:lastModifiedBy>
  <cp:revision>4</cp:revision>
  <dcterms:created xsi:type="dcterms:W3CDTF">2020-08-16T19:57:45Z</dcterms:created>
  <dcterms:modified xsi:type="dcterms:W3CDTF">2026-08-27T03:47:06Z</dcterms:modified>
</cp:coreProperties>
</file>